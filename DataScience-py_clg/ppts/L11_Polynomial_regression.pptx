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 id="268" r:id="rId14"/>
    <p:sldId id="270" r:id="rId15"/>
    <p:sldId id="269" r:id="rId16"/>
  </p:sldIdLst>
  <p:sldSz cx="12893675" cy="7497763"/>
  <p:notesSz cx="6858000" cy="9144000"/>
  <p:defaultTextStyle>
    <a:defPPr>
      <a:defRPr lang="en-US"/>
    </a:defPPr>
    <a:lvl1pPr marL="0" algn="l" defTabSz="978774" rtl="0" eaLnBrk="1" latinLnBrk="0" hangingPunct="1">
      <a:defRPr sz="1927" kern="1200">
        <a:solidFill>
          <a:schemeClr val="tx1"/>
        </a:solidFill>
        <a:latin typeface="+mn-lt"/>
        <a:ea typeface="+mn-ea"/>
        <a:cs typeface="+mn-cs"/>
      </a:defRPr>
    </a:lvl1pPr>
    <a:lvl2pPr marL="489387" algn="l" defTabSz="978774" rtl="0" eaLnBrk="1" latinLnBrk="0" hangingPunct="1">
      <a:defRPr sz="1927" kern="1200">
        <a:solidFill>
          <a:schemeClr val="tx1"/>
        </a:solidFill>
        <a:latin typeface="+mn-lt"/>
        <a:ea typeface="+mn-ea"/>
        <a:cs typeface="+mn-cs"/>
      </a:defRPr>
    </a:lvl2pPr>
    <a:lvl3pPr marL="978774" algn="l" defTabSz="978774" rtl="0" eaLnBrk="1" latinLnBrk="0" hangingPunct="1">
      <a:defRPr sz="1927" kern="1200">
        <a:solidFill>
          <a:schemeClr val="tx1"/>
        </a:solidFill>
        <a:latin typeface="+mn-lt"/>
        <a:ea typeface="+mn-ea"/>
        <a:cs typeface="+mn-cs"/>
      </a:defRPr>
    </a:lvl3pPr>
    <a:lvl4pPr marL="1468161" algn="l" defTabSz="978774" rtl="0" eaLnBrk="1" latinLnBrk="0" hangingPunct="1">
      <a:defRPr sz="1927" kern="1200">
        <a:solidFill>
          <a:schemeClr val="tx1"/>
        </a:solidFill>
        <a:latin typeface="+mn-lt"/>
        <a:ea typeface="+mn-ea"/>
        <a:cs typeface="+mn-cs"/>
      </a:defRPr>
    </a:lvl4pPr>
    <a:lvl5pPr marL="1957548" algn="l" defTabSz="978774" rtl="0" eaLnBrk="1" latinLnBrk="0" hangingPunct="1">
      <a:defRPr sz="1927" kern="1200">
        <a:solidFill>
          <a:schemeClr val="tx1"/>
        </a:solidFill>
        <a:latin typeface="+mn-lt"/>
        <a:ea typeface="+mn-ea"/>
        <a:cs typeface="+mn-cs"/>
      </a:defRPr>
    </a:lvl5pPr>
    <a:lvl6pPr marL="2446934" algn="l" defTabSz="978774" rtl="0" eaLnBrk="1" latinLnBrk="0" hangingPunct="1">
      <a:defRPr sz="1927" kern="1200">
        <a:solidFill>
          <a:schemeClr val="tx1"/>
        </a:solidFill>
        <a:latin typeface="+mn-lt"/>
        <a:ea typeface="+mn-ea"/>
        <a:cs typeface="+mn-cs"/>
      </a:defRPr>
    </a:lvl6pPr>
    <a:lvl7pPr marL="2936321" algn="l" defTabSz="978774" rtl="0" eaLnBrk="1" latinLnBrk="0" hangingPunct="1">
      <a:defRPr sz="1927" kern="1200">
        <a:solidFill>
          <a:schemeClr val="tx1"/>
        </a:solidFill>
        <a:latin typeface="+mn-lt"/>
        <a:ea typeface="+mn-ea"/>
        <a:cs typeface="+mn-cs"/>
      </a:defRPr>
    </a:lvl7pPr>
    <a:lvl8pPr marL="3425708" algn="l" defTabSz="978774" rtl="0" eaLnBrk="1" latinLnBrk="0" hangingPunct="1">
      <a:defRPr sz="1927" kern="1200">
        <a:solidFill>
          <a:schemeClr val="tx1"/>
        </a:solidFill>
        <a:latin typeface="+mn-lt"/>
        <a:ea typeface="+mn-ea"/>
        <a:cs typeface="+mn-cs"/>
      </a:defRPr>
    </a:lvl8pPr>
    <a:lvl9pPr marL="3915095" algn="l" defTabSz="978774" rtl="0" eaLnBrk="1" latinLnBrk="0" hangingPunct="1">
      <a:defRPr sz="192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38922-7C3C-4B85-828F-1C20C504F619}" type="datetimeFigureOut">
              <a:rPr lang="en-US" smtClean="0"/>
              <a:t>3/2/2026</a:t>
            </a:fld>
            <a:endParaRPr lang="en-US"/>
          </a:p>
        </p:txBody>
      </p:sp>
      <p:sp>
        <p:nvSpPr>
          <p:cNvPr id="4" name="Slide Image Placeholder 3"/>
          <p:cNvSpPr>
            <a:spLocks noGrp="1" noRot="1" noChangeAspect="1"/>
          </p:cNvSpPr>
          <p:nvPr>
            <p:ph type="sldImg" idx="2"/>
          </p:nvPr>
        </p:nvSpPr>
        <p:spPr>
          <a:xfrm>
            <a:off x="774700" y="1143000"/>
            <a:ext cx="53086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32168A-DDD1-4C76-8EFA-0F9116904B51}" type="slidenum">
              <a:rPr lang="en-US" smtClean="0"/>
              <a:t>‹#›</a:t>
            </a:fld>
            <a:endParaRPr lang="en-US"/>
          </a:p>
        </p:txBody>
      </p:sp>
    </p:spTree>
    <p:extLst>
      <p:ext uri="{BB962C8B-B14F-4D97-AF65-F5344CB8AC3E}">
        <p14:creationId xmlns:p14="http://schemas.microsoft.com/office/powerpoint/2010/main" val="2412393237"/>
      </p:ext>
    </p:extLst>
  </p:cSld>
  <p:clrMap bg1="lt1" tx1="dk1" bg2="lt2" tx2="dk2" accent1="accent1" accent2="accent2" accent3="accent3" accent4="accent4" accent5="accent5" accent6="accent6" hlink="hlink" folHlink="folHlink"/>
  <p:notesStyle>
    <a:lvl1pPr marL="0" algn="l" defTabSz="978774" rtl="0" eaLnBrk="1" latinLnBrk="0" hangingPunct="1">
      <a:defRPr sz="1284" kern="1200">
        <a:solidFill>
          <a:schemeClr val="tx1"/>
        </a:solidFill>
        <a:latin typeface="+mn-lt"/>
        <a:ea typeface="+mn-ea"/>
        <a:cs typeface="+mn-cs"/>
      </a:defRPr>
    </a:lvl1pPr>
    <a:lvl2pPr marL="489387" algn="l" defTabSz="978774" rtl="0" eaLnBrk="1" latinLnBrk="0" hangingPunct="1">
      <a:defRPr sz="1284" kern="1200">
        <a:solidFill>
          <a:schemeClr val="tx1"/>
        </a:solidFill>
        <a:latin typeface="+mn-lt"/>
        <a:ea typeface="+mn-ea"/>
        <a:cs typeface="+mn-cs"/>
      </a:defRPr>
    </a:lvl2pPr>
    <a:lvl3pPr marL="978774" algn="l" defTabSz="978774" rtl="0" eaLnBrk="1" latinLnBrk="0" hangingPunct="1">
      <a:defRPr sz="1284" kern="1200">
        <a:solidFill>
          <a:schemeClr val="tx1"/>
        </a:solidFill>
        <a:latin typeface="+mn-lt"/>
        <a:ea typeface="+mn-ea"/>
        <a:cs typeface="+mn-cs"/>
      </a:defRPr>
    </a:lvl3pPr>
    <a:lvl4pPr marL="1468161" algn="l" defTabSz="978774" rtl="0" eaLnBrk="1" latinLnBrk="0" hangingPunct="1">
      <a:defRPr sz="1284" kern="1200">
        <a:solidFill>
          <a:schemeClr val="tx1"/>
        </a:solidFill>
        <a:latin typeface="+mn-lt"/>
        <a:ea typeface="+mn-ea"/>
        <a:cs typeface="+mn-cs"/>
      </a:defRPr>
    </a:lvl4pPr>
    <a:lvl5pPr marL="1957548" algn="l" defTabSz="978774" rtl="0" eaLnBrk="1" latinLnBrk="0" hangingPunct="1">
      <a:defRPr sz="1284" kern="1200">
        <a:solidFill>
          <a:schemeClr val="tx1"/>
        </a:solidFill>
        <a:latin typeface="+mn-lt"/>
        <a:ea typeface="+mn-ea"/>
        <a:cs typeface="+mn-cs"/>
      </a:defRPr>
    </a:lvl5pPr>
    <a:lvl6pPr marL="2446934" algn="l" defTabSz="978774" rtl="0" eaLnBrk="1" latinLnBrk="0" hangingPunct="1">
      <a:defRPr sz="1284" kern="1200">
        <a:solidFill>
          <a:schemeClr val="tx1"/>
        </a:solidFill>
        <a:latin typeface="+mn-lt"/>
        <a:ea typeface="+mn-ea"/>
        <a:cs typeface="+mn-cs"/>
      </a:defRPr>
    </a:lvl6pPr>
    <a:lvl7pPr marL="2936321" algn="l" defTabSz="978774" rtl="0" eaLnBrk="1" latinLnBrk="0" hangingPunct="1">
      <a:defRPr sz="1284" kern="1200">
        <a:solidFill>
          <a:schemeClr val="tx1"/>
        </a:solidFill>
        <a:latin typeface="+mn-lt"/>
        <a:ea typeface="+mn-ea"/>
        <a:cs typeface="+mn-cs"/>
      </a:defRPr>
    </a:lvl7pPr>
    <a:lvl8pPr marL="3425708" algn="l" defTabSz="978774" rtl="0" eaLnBrk="1" latinLnBrk="0" hangingPunct="1">
      <a:defRPr sz="1284" kern="1200">
        <a:solidFill>
          <a:schemeClr val="tx1"/>
        </a:solidFill>
        <a:latin typeface="+mn-lt"/>
        <a:ea typeface="+mn-ea"/>
        <a:cs typeface="+mn-cs"/>
      </a:defRPr>
    </a:lvl8pPr>
    <a:lvl9pPr marL="3915095" algn="l" defTabSz="978774" rtl="0" eaLnBrk="1" latinLnBrk="0" hangingPunct="1">
      <a:defRPr sz="12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84" b="0" i="1" kern="1200" dirty="0" smtClean="0">
                <a:solidFill>
                  <a:schemeClr val="tx1"/>
                </a:solidFill>
                <a:effectLst/>
                <a:latin typeface="+mn-lt"/>
                <a:ea typeface="+mn-ea"/>
                <a:cs typeface="+mn-cs"/>
              </a:rPr>
              <a:t>if the datasets are arranged in a non-linear fashion, then we should use the Polynomial Regression model instead of Simple Linear Regression.</a:t>
            </a:r>
            <a:endParaRPr lang="en-US" dirty="0"/>
          </a:p>
        </p:txBody>
      </p:sp>
      <p:sp>
        <p:nvSpPr>
          <p:cNvPr id="4" name="Slide Number Placeholder 3"/>
          <p:cNvSpPr>
            <a:spLocks noGrp="1"/>
          </p:cNvSpPr>
          <p:nvPr>
            <p:ph type="sldNum" sz="quarter" idx="10"/>
          </p:nvPr>
        </p:nvSpPr>
        <p:spPr/>
        <p:txBody>
          <a:bodyPr/>
          <a:lstStyle/>
          <a:p>
            <a:fld id="{8A32168A-DDD1-4C76-8EFA-0F9116904B51}" type="slidenum">
              <a:rPr lang="en-US" smtClean="0"/>
              <a:t>6</a:t>
            </a:fld>
            <a:endParaRPr lang="en-US"/>
          </a:p>
        </p:txBody>
      </p:sp>
    </p:spTree>
    <p:extLst>
      <p:ext uri="{BB962C8B-B14F-4D97-AF65-F5344CB8AC3E}">
        <p14:creationId xmlns:p14="http://schemas.microsoft.com/office/powerpoint/2010/main" val="150015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21425" y="1582862"/>
            <a:ext cx="9333593" cy="3640188"/>
          </a:xfrm>
        </p:spPr>
        <p:txBody>
          <a:bodyPr anchor="b"/>
          <a:lstStyle>
            <a:lvl1pPr>
              <a:defRPr sz="7615"/>
            </a:lvl1pPr>
          </a:lstStyle>
          <a:p>
            <a:r>
              <a:rPr lang="en-US" smtClean="0"/>
              <a:t>Click to edit Master title style</a:t>
            </a:r>
            <a:endParaRPr lang="en-US" dirty="0"/>
          </a:p>
        </p:txBody>
      </p:sp>
      <p:sp>
        <p:nvSpPr>
          <p:cNvPr id="3" name="Subtitle 2"/>
          <p:cNvSpPr>
            <a:spLocks noGrp="1"/>
          </p:cNvSpPr>
          <p:nvPr>
            <p:ph type="subTitle" idx="1"/>
          </p:nvPr>
        </p:nvSpPr>
        <p:spPr>
          <a:xfrm>
            <a:off x="1221425" y="5223048"/>
            <a:ext cx="9333593" cy="941779"/>
          </a:xfrm>
        </p:spPr>
        <p:txBody>
          <a:bodyPr anchor="t"/>
          <a:lstStyle>
            <a:lvl1pPr marL="0" indent="0" algn="l">
              <a:buNone/>
              <a:defRPr cap="all">
                <a:solidFill>
                  <a:schemeClr val="bg2">
                    <a:lumMod val="40000"/>
                    <a:lumOff val="60000"/>
                  </a:schemeClr>
                </a:solidFill>
              </a:defRPr>
            </a:lvl1pPr>
            <a:lvl2pPr marL="483535" indent="0" algn="ctr">
              <a:buNone/>
              <a:defRPr>
                <a:solidFill>
                  <a:schemeClr val="tx1">
                    <a:tint val="75000"/>
                  </a:schemeClr>
                </a:solidFill>
              </a:defRPr>
            </a:lvl2pPr>
            <a:lvl3pPr marL="967069" indent="0" algn="ctr">
              <a:buNone/>
              <a:defRPr>
                <a:solidFill>
                  <a:schemeClr val="tx1">
                    <a:tint val="75000"/>
                  </a:schemeClr>
                </a:solidFill>
              </a:defRPr>
            </a:lvl3pPr>
            <a:lvl4pPr marL="1450604" indent="0" algn="ctr">
              <a:buNone/>
              <a:defRPr>
                <a:solidFill>
                  <a:schemeClr val="tx1">
                    <a:tint val="75000"/>
                  </a:schemeClr>
                </a:solidFill>
              </a:defRPr>
            </a:lvl4pPr>
            <a:lvl5pPr marL="1934139" indent="0" algn="ctr">
              <a:buNone/>
              <a:defRPr>
                <a:solidFill>
                  <a:schemeClr val="tx1">
                    <a:tint val="75000"/>
                  </a:schemeClr>
                </a:solidFill>
              </a:defRPr>
            </a:lvl5pPr>
            <a:lvl6pPr marL="2417674" indent="0" algn="ctr">
              <a:buNone/>
              <a:defRPr>
                <a:solidFill>
                  <a:schemeClr val="tx1">
                    <a:tint val="75000"/>
                  </a:schemeClr>
                </a:solidFill>
              </a:defRPr>
            </a:lvl6pPr>
            <a:lvl7pPr marL="2901208" indent="0" algn="ctr">
              <a:buNone/>
              <a:defRPr>
                <a:solidFill>
                  <a:schemeClr val="tx1">
                    <a:tint val="75000"/>
                  </a:schemeClr>
                </a:solidFill>
              </a:defRPr>
            </a:lvl7pPr>
            <a:lvl8pPr marL="3384743" indent="0" algn="ctr">
              <a:buNone/>
              <a:defRPr>
                <a:solidFill>
                  <a:schemeClr val="tx1">
                    <a:tint val="75000"/>
                  </a:schemeClr>
                </a:solidFill>
              </a:defRPr>
            </a:lvl8pPr>
            <a:lvl9pPr marL="3868278"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3326877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2745522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1427" y="3128696"/>
            <a:ext cx="9333592" cy="2094352"/>
          </a:xfrm>
        </p:spPr>
        <p:txBody>
          <a:bodyPr anchor="b"/>
          <a:lstStyle>
            <a:lvl1pPr algn="l">
              <a:defRPr sz="423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21425" y="5223049"/>
            <a:ext cx="9333593" cy="940664"/>
          </a:xfrm>
        </p:spPr>
        <p:txBody>
          <a:bodyPr anchor="t"/>
          <a:lstStyle>
            <a:lvl1pPr marL="0" indent="0" algn="l">
              <a:buNone/>
              <a:defRPr sz="2115" cap="all">
                <a:solidFill>
                  <a:schemeClr val="bg2">
                    <a:lumMod val="40000"/>
                    <a:lumOff val="60000"/>
                  </a:schemeClr>
                </a:solidFill>
              </a:defRPr>
            </a:lvl1pPr>
            <a:lvl2pPr marL="483535" indent="0">
              <a:buNone/>
              <a:defRPr sz="1904">
                <a:solidFill>
                  <a:schemeClr val="tx1">
                    <a:tint val="75000"/>
                  </a:schemeClr>
                </a:solidFill>
              </a:defRPr>
            </a:lvl2pPr>
            <a:lvl3pPr marL="967069" indent="0">
              <a:buNone/>
              <a:defRPr sz="1692">
                <a:solidFill>
                  <a:schemeClr val="tx1">
                    <a:tint val="75000"/>
                  </a:schemeClr>
                </a:solidFill>
              </a:defRPr>
            </a:lvl3pPr>
            <a:lvl4pPr marL="1450604" indent="0">
              <a:buNone/>
              <a:defRPr sz="1481">
                <a:solidFill>
                  <a:schemeClr val="tx1">
                    <a:tint val="75000"/>
                  </a:schemeClr>
                </a:solidFill>
              </a:defRPr>
            </a:lvl4pPr>
            <a:lvl5pPr marL="1934139" indent="0">
              <a:buNone/>
              <a:defRPr sz="1481">
                <a:solidFill>
                  <a:schemeClr val="tx1">
                    <a:tint val="75000"/>
                  </a:schemeClr>
                </a:solidFill>
              </a:defRPr>
            </a:lvl5pPr>
            <a:lvl6pPr marL="2417674" indent="0">
              <a:buNone/>
              <a:defRPr sz="1481">
                <a:solidFill>
                  <a:schemeClr val="tx1">
                    <a:tint val="75000"/>
                  </a:schemeClr>
                </a:solidFill>
              </a:defRPr>
            </a:lvl6pPr>
            <a:lvl7pPr marL="2901208" indent="0">
              <a:buNone/>
              <a:defRPr sz="1481">
                <a:solidFill>
                  <a:schemeClr val="tx1">
                    <a:tint val="75000"/>
                  </a:schemeClr>
                </a:solidFill>
              </a:defRPr>
            </a:lvl7pPr>
            <a:lvl8pPr marL="3384743" indent="0">
              <a:buNone/>
              <a:defRPr sz="1481">
                <a:solidFill>
                  <a:schemeClr val="tx1">
                    <a:tint val="75000"/>
                  </a:schemeClr>
                </a:solidFill>
              </a:defRPr>
            </a:lvl8pPr>
            <a:lvl9pPr marL="3868278" indent="0">
              <a:buNone/>
              <a:defRPr sz="1481">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274048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66811" y="2252800"/>
            <a:ext cx="4649357" cy="4587174"/>
          </a:xfrm>
        </p:spPr>
        <p:txBody>
          <a:bodyPr>
            <a:normAutofit/>
          </a:bodyPr>
          <a:lstStyle>
            <a:lvl1pPr>
              <a:defRPr sz="1904"/>
            </a:lvl1pPr>
            <a:lvl2pPr>
              <a:defRPr sz="1692"/>
            </a:lvl2pPr>
            <a:lvl3pPr>
              <a:defRPr sz="1481"/>
            </a:lvl3pPr>
            <a:lvl4pPr>
              <a:defRPr sz="1269"/>
            </a:lvl4pPr>
            <a:lvl5pPr>
              <a:defRPr sz="1269"/>
            </a:lvl5pPr>
            <a:lvl6pPr>
              <a:defRPr sz="1269"/>
            </a:lvl6pPr>
            <a:lvl7pPr>
              <a:defRPr sz="1269"/>
            </a:lvl7pPr>
            <a:lvl8pPr>
              <a:defRPr sz="1269"/>
            </a:lvl8pPr>
            <a:lvl9pPr>
              <a:defRPr sz="126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79921" y="2247899"/>
            <a:ext cx="4649360" cy="4592074"/>
          </a:xfrm>
        </p:spPr>
        <p:txBody>
          <a:bodyPr>
            <a:normAutofit/>
          </a:bodyPr>
          <a:lstStyle>
            <a:lvl1pPr>
              <a:defRPr sz="1904"/>
            </a:lvl1pPr>
            <a:lvl2pPr>
              <a:defRPr sz="1692"/>
            </a:lvl2pPr>
            <a:lvl3pPr>
              <a:defRPr sz="1481"/>
            </a:lvl3pPr>
            <a:lvl4pPr>
              <a:defRPr sz="1269"/>
            </a:lvl4pPr>
            <a:lvl5pPr>
              <a:defRPr sz="1269"/>
            </a:lvl5pPr>
            <a:lvl6pPr>
              <a:defRPr sz="1269"/>
            </a:lvl6pPr>
            <a:lvl7pPr>
              <a:defRPr sz="1269"/>
            </a:lvl7pPr>
            <a:lvl8pPr>
              <a:defRPr sz="1269"/>
            </a:lvl8pPr>
            <a:lvl9pPr>
              <a:defRPr sz="126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92E8D2-C551-4173-8CD3-C1A0B3710CFB}"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2015482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66811" y="2082712"/>
            <a:ext cx="4649356"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4" name="Content Placeholder 3"/>
          <p:cNvSpPr>
            <a:spLocks noGrp="1"/>
          </p:cNvSpPr>
          <p:nvPr>
            <p:ph sz="half" idx="2"/>
          </p:nvPr>
        </p:nvSpPr>
        <p:spPr>
          <a:xfrm>
            <a:off x="1166811" y="2749180"/>
            <a:ext cx="4649357" cy="4090794"/>
          </a:xfrm>
        </p:spPr>
        <p:txBody>
          <a:bodyPr>
            <a:normAutofit/>
          </a:bodyPr>
          <a:lstStyle>
            <a:lvl1pPr>
              <a:defRPr sz="1904"/>
            </a:lvl1pPr>
            <a:lvl2pPr>
              <a:defRPr sz="1692"/>
            </a:lvl2pPr>
            <a:lvl3pPr>
              <a:defRPr sz="1481"/>
            </a:lvl3pPr>
            <a:lvl4pPr>
              <a:defRPr sz="1269"/>
            </a:lvl4pPr>
            <a:lvl5pPr>
              <a:defRPr sz="1269"/>
            </a:lvl5pPr>
            <a:lvl6pPr>
              <a:defRPr sz="1269"/>
            </a:lvl6pPr>
            <a:lvl7pPr>
              <a:defRPr sz="1269"/>
            </a:lvl7pPr>
            <a:lvl8pPr>
              <a:defRPr sz="1269"/>
            </a:lvl8pPr>
            <a:lvl9pPr>
              <a:defRPr sz="126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79924" y="2082712"/>
            <a:ext cx="4649357"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6" name="Content Placeholder 5"/>
          <p:cNvSpPr>
            <a:spLocks noGrp="1"/>
          </p:cNvSpPr>
          <p:nvPr>
            <p:ph sz="quarter" idx="4"/>
          </p:nvPr>
        </p:nvSpPr>
        <p:spPr>
          <a:xfrm>
            <a:off x="5979924" y="2749180"/>
            <a:ext cx="4649357" cy="4090794"/>
          </a:xfrm>
        </p:spPr>
        <p:txBody>
          <a:bodyPr>
            <a:normAutofit/>
          </a:bodyPr>
          <a:lstStyle>
            <a:lvl1pPr>
              <a:defRPr sz="1904"/>
            </a:lvl1pPr>
            <a:lvl2pPr>
              <a:defRPr sz="1692"/>
            </a:lvl2pPr>
            <a:lvl3pPr>
              <a:defRPr sz="1481"/>
            </a:lvl3pPr>
            <a:lvl4pPr>
              <a:defRPr sz="1269"/>
            </a:lvl4pPr>
            <a:lvl5pPr>
              <a:defRPr sz="1269"/>
            </a:lvl5pPr>
            <a:lvl6pPr>
              <a:defRPr sz="1269"/>
            </a:lvl6pPr>
            <a:lvl7pPr>
              <a:defRPr sz="1269"/>
            </a:lvl7pPr>
            <a:lvl8pPr>
              <a:defRPr sz="1269"/>
            </a:lvl8pPr>
            <a:lvl9pPr>
              <a:defRPr sz="126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92E8D2-C551-4173-8CD3-C1A0B3710CFB}"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236962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4009616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409895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21423" y="1582861"/>
            <a:ext cx="3596802" cy="1582861"/>
          </a:xfrm>
        </p:spPr>
        <p:txBody>
          <a:bodyPr anchor="b"/>
          <a:lstStyle>
            <a:lvl1pPr algn="l">
              <a:defRPr sz="2538" b="0"/>
            </a:lvl1pPr>
          </a:lstStyle>
          <a:p>
            <a:r>
              <a:rPr lang="en-US" smtClean="0"/>
              <a:t>Click to edit Master title style</a:t>
            </a:r>
            <a:endParaRPr lang="en-US" dirty="0"/>
          </a:p>
        </p:txBody>
      </p:sp>
      <p:sp>
        <p:nvSpPr>
          <p:cNvPr id="3" name="Content Placeholder 2"/>
          <p:cNvSpPr>
            <a:spLocks noGrp="1"/>
          </p:cNvSpPr>
          <p:nvPr>
            <p:ph idx="1"/>
          </p:nvPr>
        </p:nvSpPr>
        <p:spPr>
          <a:xfrm>
            <a:off x="5059981" y="1582861"/>
            <a:ext cx="5495037" cy="4998509"/>
          </a:xfrm>
        </p:spPr>
        <p:txBody>
          <a:bodyPr anchor="ctr">
            <a:normAutofit/>
          </a:bodyPr>
          <a:lstStyle>
            <a:lvl1pPr>
              <a:defRPr sz="2115"/>
            </a:lvl1pPr>
            <a:lvl2pPr>
              <a:defRPr sz="1904"/>
            </a:lvl2pPr>
            <a:lvl3pPr>
              <a:defRPr sz="1692"/>
            </a:lvl3pPr>
            <a:lvl4pPr>
              <a:defRPr sz="1481"/>
            </a:lvl4pPr>
            <a:lvl5pPr>
              <a:defRPr sz="1481"/>
            </a:lvl5pPr>
            <a:lvl6pPr>
              <a:defRPr sz="1481"/>
            </a:lvl6pPr>
            <a:lvl7pPr>
              <a:defRPr sz="1481"/>
            </a:lvl7pPr>
            <a:lvl8pPr>
              <a:defRPr sz="1481"/>
            </a:lvl8pPr>
            <a:lvl9pPr>
              <a:defRPr sz="1481"/>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21424" y="3421202"/>
            <a:ext cx="3596801" cy="3165721"/>
          </a:xfrm>
        </p:spPr>
        <p:txBody>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508189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20317" y="2027164"/>
            <a:ext cx="5386013" cy="1721717"/>
          </a:xfrm>
        </p:spPr>
        <p:txBody>
          <a:bodyPr anchor="b">
            <a:normAutofit/>
          </a:bodyPr>
          <a:lstStyle>
            <a:lvl1pPr algn="l">
              <a:defRPr sz="3807"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49507" y="1249627"/>
            <a:ext cx="3384590" cy="499850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92"/>
            </a:lvl1pPr>
            <a:lvl2pPr marL="483535" indent="0">
              <a:buNone/>
              <a:defRPr sz="1692"/>
            </a:lvl2pPr>
            <a:lvl3pPr marL="967069" indent="0">
              <a:buNone/>
              <a:defRPr sz="1692"/>
            </a:lvl3pPr>
            <a:lvl4pPr marL="1450604" indent="0">
              <a:buNone/>
              <a:defRPr sz="1692"/>
            </a:lvl4pPr>
            <a:lvl5pPr marL="1934139" indent="0">
              <a:buNone/>
              <a:defRPr sz="1692"/>
            </a:lvl5pPr>
            <a:lvl6pPr marL="2417674" indent="0">
              <a:buNone/>
              <a:defRPr sz="1692"/>
            </a:lvl6pPr>
            <a:lvl7pPr marL="2901208" indent="0">
              <a:buNone/>
              <a:defRPr sz="1692"/>
            </a:lvl7pPr>
            <a:lvl8pPr marL="3384743" indent="0">
              <a:buNone/>
              <a:defRPr sz="1692"/>
            </a:lvl8pPr>
            <a:lvl9pPr marL="3868278" indent="0">
              <a:buNone/>
              <a:defRPr sz="1692"/>
            </a:lvl9pPr>
          </a:lstStyle>
          <a:p>
            <a:r>
              <a:rPr lang="en-US" smtClean="0"/>
              <a:t>Click icon to add picture</a:t>
            </a:r>
            <a:endParaRPr lang="en-US" dirty="0"/>
          </a:p>
        </p:txBody>
      </p:sp>
      <p:sp>
        <p:nvSpPr>
          <p:cNvPr id="4" name="Text Placeholder 3"/>
          <p:cNvSpPr>
            <a:spLocks noGrp="1"/>
          </p:cNvSpPr>
          <p:nvPr>
            <p:ph type="body" sz="half" idx="2"/>
          </p:nvPr>
        </p:nvSpPr>
        <p:spPr>
          <a:xfrm>
            <a:off x="1221425" y="3998807"/>
            <a:ext cx="5377630" cy="1499553"/>
          </a:xfrm>
        </p:spPr>
        <p:txBody>
          <a:bodyPr>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92E8D2-C551-4173-8CD3-C1A0B3710CFB}"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280042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21427" y="5248420"/>
            <a:ext cx="9333592" cy="619607"/>
          </a:xfrm>
        </p:spPr>
        <p:txBody>
          <a:bodyPr anchor="b">
            <a:normAutofit/>
          </a:bodyPr>
          <a:lstStyle>
            <a:lvl1pPr algn="l">
              <a:defRPr sz="2538"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21425" y="749776"/>
            <a:ext cx="9333593" cy="398029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92"/>
            </a:lvl1pPr>
            <a:lvl2pPr marL="483535" indent="0">
              <a:buNone/>
              <a:defRPr sz="1692"/>
            </a:lvl2pPr>
            <a:lvl3pPr marL="967069" indent="0">
              <a:buNone/>
              <a:defRPr sz="1692"/>
            </a:lvl3pPr>
            <a:lvl4pPr marL="1450604" indent="0">
              <a:buNone/>
              <a:defRPr sz="1692"/>
            </a:lvl4pPr>
            <a:lvl5pPr marL="1934139" indent="0">
              <a:buNone/>
              <a:defRPr sz="1692"/>
            </a:lvl5pPr>
            <a:lvl6pPr marL="2417674" indent="0">
              <a:buNone/>
              <a:defRPr sz="1692"/>
            </a:lvl6pPr>
            <a:lvl7pPr marL="2901208" indent="0">
              <a:buNone/>
              <a:defRPr sz="1692"/>
            </a:lvl7pPr>
            <a:lvl8pPr marL="3384743" indent="0">
              <a:buNone/>
              <a:defRPr sz="1692"/>
            </a:lvl8pPr>
            <a:lvl9pPr marL="3868278" indent="0">
              <a:buNone/>
              <a:defRPr sz="1692"/>
            </a:lvl9pPr>
          </a:lstStyle>
          <a:p>
            <a:r>
              <a:rPr lang="en-US" smtClean="0"/>
              <a:t>Click icon to add picture</a:t>
            </a:r>
            <a:endParaRPr lang="en-US" dirty="0"/>
          </a:p>
        </p:txBody>
      </p:sp>
      <p:sp>
        <p:nvSpPr>
          <p:cNvPr id="4" name="Text Placeholder 3"/>
          <p:cNvSpPr>
            <a:spLocks noGrp="1"/>
          </p:cNvSpPr>
          <p:nvPr>
            <p:ph type="body" sz="half" idx="2"/>
          </p:nvPr>
        </p:nvSpPr>
        <p:spPr>
          <a:xfrm>
            <a:off x="1221426" y="5868027"/>
            <a:ext cx="9333591" cy="539769"/>
          </a:xfrm>
        </p:spPr>
        <p:txBody>
          <a:bodyPr>
            <a:normAutofit/>
          </a:bodyPr>
          <a:lstStyle>
            <a:lvl1pPr marL="0" indent="0">
              <a:buNone/>
              <a:defRPr sz="1269"/>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92E8D2-C551-4173-8CD3-C1A0B3710CFB}"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1432723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221425" y="1582861"/>
            <a:ext cx="9333594" cy="2166020"/>
          </a:xfrm>
        </p:spPr>
        <p:txBody>
          <a:bodyPr/>
          <a:lstStyle>
            <a:lvl1pPr>
              <a:defRPr sz="5076"/>
            </a:lvl1pPr>
          </a:lstStyle>
          <a:p>
            <a:r>
              <a:rPr lang="en-US" smtClean="0"/>
              <a:t>Click to edit Master title style</a:t>
            </a:r>
            <a:endParaRPr lang="en-US" dirty="0"/>
          </a:p>
        </p:txBody>
      </p:sp>
      <p:sp>
        <p:nvSpPr>
          <p:cNvPr id="8" name="Text Placeholder 3"/>
          <p:cNvSpPr>
            <a:spLocks noGrp="1"/>
          </p:cNvSpPr>
          <p:nvPr>
            <p:ph type="body" sz="half" idx="2"/>
          </p:nvPr>
        </p:nvSpPr>
        <p:spPr>
          <a:xfrm>
            <a:off x="1221425" y="3998807"/>
            <a:ext cx="9333594" cy="2582563"/>
          </a:xfrm>
        </p:spPr>
        <p:txBody>
          <a:bodyPr anchor="ctr">
            <a:normAutofit/>
          </a:bodyPr>
          <a:lstStyle>
            <a:lvl1pPr marL="0" indent="0">
              <a:buNone/>
              <a:defRPr sz="1904"/>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3542110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65435" y="1582861"/>
            <a:ext cx="8459692" cy="2540115"/>
          </a:xfrm>
        </p:spPr>
        <p:txBody>
          <a:bodyPr/>
          <a:lstStyle>
            <a:lvl1pPr>
              <a:defRPr sz="5076"/>
            </a:lvl1pPr>
          </a:lstStyle>
          <a:p>
            <a:r>
              <a:rPr lang="en-US" smtClean="0"/>
              <a:t>Click to edit Master title style</a:t>
            </a:r>
            <a:endParaRPr lang="en-US" dirty="0"/>
          </a:p>
        </p:txBody>
      </p:sp>
      <p:sp>
        <p:nvSpPr>
          <p:cNvPr id="11" name="Text Placeholder 3"/>
          <p:cNvSpPr>
            <a:spLocks noGrp="1"/>
          </p:cNvSpPr>
          <p:nvPr>
            <p:ph type="body" sz="half" idx="14"/>
          </p:nvPr>
        </p:nvSpPr>
        <p:spPr>
          <a:xfrm>
            <a:off x="2041499" y="4122976"/>
            <a:ext cx="7698608" cy="374094"/>
          </a:xfrm>
        </p:spPr>
        <p:txBody>
          <a:bodyPr vert="horz" lIns="91440" tIns="45720" rIns="91440" bIns="45720" rtlCol="0" anchor="t">
            <a:normAutofit/>
          </a:bodyPr>
          <a:lstStyle>
            <a:lvl1pPr marL="0" indent="0">
              <a:buNone/>
              <a:defRPr lang="en-US" sz="1481" b="0" i="0" kern="1200" cap="small" dirty="0">
                <a:solidFill>
                  <a:schemeClr val="bg2">
                    <a:lumMod val="40000"/>
                    <a:lumOff val="60000"/>
                  </a:schemeClr>
                </a:solidFill>
                <a:latin typeface="+mj-lt"/>
                <a:ea typeface="+mj-ea"/>
                <a:cs typeface="+mj-cs"/>
              </a:defRPr>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221425" y="4756517"/>
            <a:ext cx="9333594" cy="1832787"/>
          </a:xfrm>
        </p:spPr>
        <p:txBody>
          <a:bodyPr anchor="ctr">
            <a:normAutofit/>
          </a:bodyPr>
          <a:lstStyle>
            <a:lvl1pPr marL="0" indent="0">
              <a:buNone/>
              <a:defRPr sz="1904"/>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
        <p:nvSpPr>
          <p:cNvPr id="12" name="TextBox 11"/>
          <p:cNvSpPr txBox="1"/>
          <p:nvPr/>
        </p:nvSpPr>
        <p:spPr>
          <a:xfrm>
            <a:off x="949994" y="1061859"/>
            <a:ext cx="848064" cy="207794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903" dirty="0"/>
              <a:t>“</a:t>
            </a:r>
          </a:p>
        </p:txBody>
      </p:sp>
      <p:sp>
        <p:nvSpPr>
          <p:cNvPr id="15" name="TextBox 14"/>
          <p:cNvSpPr txBox="1"/>
          <p:nvPr/>
        </p:nvSpPr>
        <p:spPr>
          <a:xfrm>
            <a:off x="9867479" y="2857620"/>
            <a:ext cx="848064" cy="207794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903" dirty="0"/>
              <a:t>”</a:t>
            </a:r>
          </a:p>
        </p:txBody>
      </p:sp>
    </p:spTree>
    <p:extLst>
      <p:ext uri="{BB962C8B-B14F-4D97-AF65-F5344CB8AC3E}">
        <p14:creationId xmlns:p14="http://schemas.microsoft.com/office/powerpoint/2010/main" val="1525050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21424" y="3415649"/>
            <a:ext cx="9333595" cy="1807400"/>
          </a:xfrm>
        </p:spPr>
        <p:txBody>
          <a:bodyPr anchor="b"/>
          <a:lstStyle>
            <a:lvl1pPr algn="l">
              <a:defRPr sz="423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21425" y="5223049"/>
            <a:ext cx="9333594" cy="940664"/>
          </a:xfrm>
        </p:spPr>
        <p:txBody>
          <a:bodyPr anchor="t"/>
          <a:lstStyle>
            <a:lvl1pPr marL="0" indent="0" algn="l">
              <a:buNone/>
              <a:defRPr sz="2115" cap="none">
                <a:solidFill>
                  <a:schemeClr val="bg2">
                    <a:lumMod val="40000"/>
                    <a:lumOff val="60000"/>
                  </a:schemeClr>
                </a:solidFill>
              </a:defRPr>
            </a:lvl1pPr>
            <a:lvl2pPr marL="483535" indent="0">
              <a:buNone/>
              <a:defRPr sz="1904">
                <a:solidFill>
                  <a:schemeClr val="tx1">
                    <a:tint val="75000"/>
                  </a:schemeClr>
                </a:solidFill>
              </a:defRPr>
            </a:lvl2pPr>
            <a:lvl3pPr marL="967069" indent="0">
              <a:buNone/>
              <a:defRPr sz="1692">
                <a:solidFill>
                  <a:schemeClr val="tx1">
                    <a:tint val="75000"/>
                  </a:schemeClr>
                </a:solidFill>
              </a:defRPr>
            </a:lvl3pPr>
            <a:lvl4pPr marL="1450604" indent="0">
              <a:buNone/>
              <a:defRPr sz="1481">
                <a:solidFill>
                  <a:schemeClr val="tx1">
                    <a:tint val="75000"/>
                  </a:schemeClr>
                </a:solidFill>
              </a:defRPr>
            </a:lvl4pPr>
            <a:lvl5pPr marL="1934139" indent="0">
              <a:buNone/>
              <a:defRPr sz="1481">
                <a:solidFill>
                  <a:schemeClr val="tx1">
                    <a:tint val="75000"/>
                  </a:schemeClr>
                </a:solidFill>
              </a:defRPr>
            </a:lvl5pPr>
            <a:lvl6pPr marL="2417674" indent="0">
              <a:buNone/>
              <a:defRPr sz="1481">
                <a:solidFill>
                  <a:schemeClr val="tx1">
                    <a:tint val="75000"/>
                  </a:schemeClr>
                </a:solidFill>
              </a:defRPr>
            </a:lvl6pPr>
            <a:lvl7pPr marL="2901208" indent="0">
              <a:buNone/>
              <a:defRPr sz="1481">
                <a:solidFill>
                  <a:schemeClr val="tx1">
                    <a:tint val="75000"/>
                  </a:schemeClr>
                </a:solidFill>
              </a:defRPr>
            </a:lvl7pPr>
            <a:lvl8pPr marL="3384743" indent="0">
              <a:buNone/>
              <a:defRPr sz="1481">
                <a:solidFill>
                  <a:schemeClr val="tx1">
                    <a:tint val="75000"/>
                  </a:schemeClr>
                </a:solidFill>
              </a:defRPr>
            </a:lvl8pPr>
            <a:lvl9pPr marL="3868278" indent="0">
              <a:buNone/>
              <a:defRPr sz="1481">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859492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42"/>
            </a:lvl1pPr>
          </a:lstStyle>
          <a:p>
            <a:r>
              <a:rPr lang="en-US" smtClean="0"/>
              <a:t>Click to edit Master title style</a:t>
            </a:r>
            <a:endParaRPr lang="en-US" dirty="0"/>
          </a:p>
        </p:txBody>
      </p:sp>
      <p:sp>
        <p:nvSpPr>
          <p:cNvPr id="3" name="Text Placeholder 2"/>
          <p:cNvSpPr>
            <a:spLocks noGrp="1"/>
          </p:cNvSpPr>
          <p:nvPr>
            <p:ph type="body" idx="1"/>
          </p:nvPr>
        </p:nvSpPr>
        <p:spPr>
          <a:xfrm>
            <a:off x="669375" y="2166020"/>
            <a:ext cx="3116464"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16" name="Text Placeholder 3"/>
          <p:cNvSpPr>
            <a:spLocks noGrp="1"/>
          </p:cNvSpPr>
          <p:nvPr>
            <p:ph type="body" sz="half" idx="15"/>
          </p:nvPr>
        </p:nvSpPr>
        <p:spPr>
          <a:xfrm>
            <a:off x="690014" y="2915797"/>
            <a:ext cx="3095825" cy="3924177"/>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5" name="Text Placeholder 4"/>
          <p:cNvSpPr>
            <a:spLocks noGrp="1"/>
          </p:cNvSpPr>
          <p:nvPr>
            <p:ph type="body" sz="quarter" idx="3"/>
          </p:nvPr>
        </p:nvSpPr>
        <p:spPr>
          <a:xfrm>
            <a:off x="4107172" y="2166020"/>
            <a:ext cx="3105228"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19" name="Text Placeholder 3"/>
          <p:cNvSpPr>
            <a:spLocks noGrp="1"/>
          </p:cNvSpPr>
          <p:nvPr>
            <p:ph type="body" sz="half" idx="16"/>
          </p:nvPr>
        </p:nvSpPr>
        <p:spPr>
          <a:xfrm>
            <a:off x="4096011" y="2915797"/>
            <a:ext cx="3116388" cy="3924177"/>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14" name="Text Placeholder 4"/>
          <p:cNvSpPr>
            <a:spLocks noGrp="1"/>
          </p:cNvSpPr>
          <p:nvPr>
            <p:ph type="body" sz="quarter" idx="13"/>
          </p:nvPr>
        </p:nvSpPr>
        <p:spPr>
          <a:xfrm>
            <a:off x="7534742" y="2166020"/>
            <a:ext cx="3100862"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20" name="Text Placeholder 3"/>
          <p:cNvSpPr>
            <a:spLocks noGrp="1"/>
          </p:cNvSpPr>
          <p:nvPr>
            <p:ph type="body" sz="half" idx="17"/>
          </p:nvPr>
        </p:nvSpPr>
        <p:spPr>
          <a:xfrm>
            <a:off x="7534742" y="2915797"/>
            <a:ext cx="3100862" cy="3924177"/>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cxnSp>
        <p:nvCxnSpPr>
          <p:cNvPr id="17" name="Straight Connector 16"/>
          <p:cNvCxnSpPr/>
          <p:nvPr/>
        </p:nvCxnSpPr>
        <p:spPr>
          <a:xfrm>
            <a:off x="3940589" y="2332637"/>
            <a:ext cx="0" cy="43320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362918" y="2332637"/>
            <a:ext cx="0" cy="43369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668004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42"/>
            </a:lvl1pPr>
          </a:lstStyle>
          <a:p>
            <a:r>
              <a:rPr lang="en-US" smtClean="0"/>
              <a:t>Click to edit Master title style</a:t>
            </a:r>
            <a:endParaRPr lang="en-US" dirty="0"/>
          </a:p>
        </p:txBody>
      </p:sp>
      <p:sp>
        <p:nvSpPr>
          <p:cNvPr id="3" name="Text Placeholder 2"/>
          <p:cNvSpPr>
            <a:spLocks noGrp="1"/>
          </p:cNvSpPr>
          <p:nvPr>
            <p:ph type="body" idx="1"/>
          </p:nvPr>
        </p:nvSpPr>
        <p:spPr>
          <a:xfrm>
            <a:off x="690014" y="4647508"/>
            <a:ext cx="3109256"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29" name="Picture Placeholder 2"/>
          <p:cNvSpPr>
            <a:spLocks noGrp="1" noChangeAspect="1"/>
          </p:cNvSpPr>
          <p:nvPr>
            <p:ph type="pic" idx="15"/>
          </p:nvPr>
        </p:nvSpPr>
        <p:spPr>
          <a:xfrm>
            <a:off x="690014" y="2415946"/>
            <a:ext cx="3109256" cy="1666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92"/>
            </a:lvl1pPr>
            <a:lvl2pPr marL="483535" indent="0">
              <a:buNone/>
              <a:defRPr sz="1692"/>
            </a:lvl2pPr>
            <a:lvl3pPr marL="967069" indent="0">
              <a:buNone/>
              <a:defRPr sz="1692"/>
            </a:lvl3pPr>
            <a:lvl4pPr marL="1450604" indent="0">
              <a:buNone/>
              <a:defRPr sz="1692"/>
            </a:lvl4pPr>
            <a:lvl5pPr marL="1934139" indent="0">
              <a:buNone/>
              <a:defRPr sz="1692"/>
            </a:lvl5pPr>
            <a:lvl6pPr marL="2417674" indent="0">
              <a:buNone/>
              <a:defRPr sz="1692"/>
            </a:lvl6pPr>
            <a:lvl7pPr marL="2901208" indent="0">
              <a:buNone/>
              <a:defRPr sz="1692"/>
            </a:lvl7pPr>
            <a:lvl8pPr marL="3384743" indent="0">
              <a:buNone/>
              <a:defRPr sz="1692"/>
            </a:lvl8pPr>
            <a:lvl9pPr marL="3868278" indent="0">
              <a:buNone/>
              <a:defRPr sz="1692"/>
            </a:lvl9pPr>
          </a:lstStyle>
          <a:p>
            <a:r>
              <a:rPr lang="en-US" smtClean="0"/>
              <a:t>Click icon to add picture</a:t>
            </a:r>
            <a:endParaRPr lang="en-US" dirty="0"/>
          </a:p>
        </p:txBody>
      </p:sp>
      <p:sp>
        <p:nvSpPr>
          <p:cNvPr id="22" name="Text Placeholder 3"/>
          <p:cNvSpPr>
            <a:spLocks noGrp="1"/>
          </p:cNvSpPr>
          <p:nvPr>
            <p:ph type="body" sz="half" idx="18"/>
          </p:nvPr>
        </p:nvSpPr>
        <p:spPr>
          <a:xfrm>
            <a:off x="690014" y="5277528"/>
            <a:ext cx="3109256" cy="720683"/>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5" name="Text Placeholder 4"/>
          <p:cNvSpPr>
            <a:spLocks noGrp="1"/>
          </p:cNvSpPr>
          <p:nvPr>
            <p:ph type="body" sz="quarter" idx="3"/>
          </p:nvPr>
        </p:nvSpPr>
        <p:spPr>
          <a:xfrm>
            <a:off x="4113217" y="4647508"/>
            <a:ext cx="3099183"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30" name="Picture Placeholder 2"/>
          <p:cNvSpPr>
            <a:spLocks noGrp="1" noChangeAspect="1"/>
          </p:cNvSpPr>
          <p:nvPr>
            <p:ph type="pic" idx="21"/>
          </p:nvPr>
        </p:nvSpPr>
        <p:spPr>
          <a:xfrm>
            <a:off x="4113216" y="2415946"/>
            <a:ext cx="3099183" cy="1666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92"/>
            </a:lvl1pPr>
            <a:lvl2pPr marL="483535" indent="0">
              <a:buNone/>
              <a:defRPr sz="1692"/>
            </a:lvl2pPr>
            <a:lvl3pPr marL="967069" indent="0">
              <a:buNone/>
              <a:defRPr sz="1692"/>
            </a:lvl3pPr>
            <a:lvl4pPr marL="1450604" indent="0">
              <a:buNone/>
              <a:defRPr sz="1692"/>
            </a:lvl4pPr>
            <a:lvl5pPr marL="1934139" indent="0">
              <a:buNone/>
              <a:defRPr sz="1692"/>
            </a:lvl5pPr>
            <a:lvl6pPr marL="2417674" indent="0">
              <a:buNone/>
              <a:defRPr sz="1692"/>
            </a:lvl6pPr>
            <a:lvl7pPr marL="2901208" indent="0">
              <a:buNone/>
              <a:defRPr sz="1692"/>
            </a:lvl7pPr>
            <a:lvl8pPr marL="3384743" indent="0">
              <a:buNone/>
              <a:defRPr sz="1692"/>
            </a:lvl8pPr>
            <a:lvl9pPr marL="3868278" indent="0">
              <a:buNone/>
              <a:defRPr sz="1692"/>
            </a:lvl9pPr>
          </a:lstStyle>
          <a:p>
            <a:r>
              <a:rPr lang="en-US" smtClean="0"/>
              <a:t>Click icon to add picture</a:t>
            </a:r>
            <a:endParaRPr lang="en-US" dirty="0"/>
          </a:p>
        </p:txBody>
      </p:sp>
      <p:sp>
        <p:nvSpPr>
          <p:cNvPr id="23" name="Text Placeholder 3"/>
          <p:cNvSpPr>
            <a:spLocks noGrp="1"/>
          </p:cNvSpPr>
          <p:nvPr>
            <p:ph type="body" sz="half" idx="19"/>
          </p:nvPr>
        </p:nvSpPr>
        <p:spPr>
          <a:xfrm>
            <a:off x="4111786" y="5277527"/>
            <a:ext cx="3103287" cy="720683"/>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sp>
        <p:nvSpPr>
          <p:cNvPr id="14" name="Text Placeholder 4"/>
          <p:cNvSpPr>
            <a:spLocks noGrp="1"/>
          </p:cNvSpPr>
          <p:nvPr>
            <p:ph type="body" sz="quarter" idx="13"/>
          </p:nvPr>
        </p:nvSpPr>
        <p:spPr>
          <a:xfrm>
            <a:off x="7534742" y="4647508"/>
            <a:ext cx="3100862" cy="630020"/>
          </a:xfrm>
        </p:spPr>
        <p:txBody>
          <a:bodyPr anchor="b">
            <a:noAutofit/>
          </a:bodyPr>
          <a:lstStyle>
            <a:lvl1pPr marL="0" indent="0">
              <a:buNone/>
              <a:defRPr sz="2538" b="0">
                <a:solidFill>
                  <a:schemeClr val="bg2">
                    <a:lumMod val="40000"/>
                    <a:lumOff val="60000"/>
                  </a:schemeClr>
                </a:solidFill>
              </a:defRPr>
            </a:lvl1pPr>
            <a:lvl2pPr marL="483535" indent="0">
              <a:buNone/>
              <a:defRPr sz="2115" b="1"/>
            </a:lvl2pPr>
            <a:lvl3pPr marL="967069" indent="0">
              <a:buNone/>
              <a:defRPr sz="1904" b="1"/>
            </a:lvl3pPr>
            <a:lvl4pPr marL="1450604" indent="0">
              <a:buNone/>
              <a:defRPr sz="1692" b="1"/>
            </a:lvl4pPr>
            <a:lvl5pPr marL="1934139" indent="0">
              <a:buNone/>
              <a:defRPr sz="1692" b="1"/>
            </a:lvl5pPr>
            <a:lvl6pPr marL="2417674" indent="0">
              <a:buNone/>
              <a:defRPr sz="1692" b="1"/>
            </a:lvl6pPr>
            <a:lvl7pPr marL="2901208" indent="0">
              <a:buNone/>
              <a:defRPr sz="1692" b="1"/>
            </a:lvl7pPr>
            <a:lvl8pPr marL="3384743" indent="0">
              <a:buNone/>
              <a:defRPr sz="1692" b="1"/>
            </a:lvl8pPr>
            <a:lvl9pPr marL="3868278" indent="0">
              <a:buNone/>
              <a:defRPr sz="1692" b="1"/>
            </a:lvl9pPr>
          </a:lstStyle>
          <a:p>
            <a:pPr lvl="0"/>
            <a:r>
              <a:rPr lang="en-US" smtClean="0"/>
              <a:t>Click to edit Master text styles</a:t>
            </a:r>
          </a:p>
        </p:txBody>
      </p:sp>
      <p:sp>
        <p:nvSpPr>
          <p:cNvPr id="31" name="Picture Placeholder 2"/>
          <p:cNvSpPr>
            <a:spLocks noGrp="1" noChangeAspect="1"/>
          </p:cNvSpPr>
          <p:nvPr>
            <p:ph type="pic" idx="22"/>
          </p:nvPr>
        </p:nvSpPr>
        <p:spPr>
          <a:xfrm>
            <a:off x="7534741" y="2415946"/>
            <a:ext cx="3100862" cy="1666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92"/>
            </a:lvl1pPr>
            <a:lvl2pPr marL="483535" indent="0">
              <a:buNone/>
              <a:defRPr sz="1692"/>
            </a:lvl2pPr>
            <a:lvl3pPr marL="967069" indent="0">
              <a:buNone/>
              <a:defRPr sz="1692"/>
            </a:lvl3pPr>
            <a:lvl4pPr marL="1450604" indent="0">
              <a:buNone/>
              <a:defRPr sz="1692"/>
            </a:lvl4pPr>
            <a:lvl5pPr marL="1934139" indent="0">
              <a:buNone/>
              <a:defRPr sz="1692"/>
            </a:lvl5pPr>
            <a:lvl6pPr marL="2417674" indent="0">
              <a:buNone/>
              <a:defRPr sz="1692"/>
            </a:lvl6pPr>
            <a:lvl7pPr marL="2901208" indent="0">
              <a:buNone/>
              <a:defRPr sz="1692"/>
            </a:lvl7pPr>
            <a:lvl8pPr marL="3384743" indent="0">
              <a:buNone/>
              <a:defRPr sz="1692"/>
            </a:lvl8pPr>
            <a:lvl9pPr marL="3868278" indent="0">
              <a:buNone/>
              <a:defRPr sz="1692"/>
            </a:lvl9pPr>
          </a:lstStyle>
          <a:p>
            <a:r>
              <a:rPr lang="en-US" smtClean="0"/>
              <a:t>Click icon to add picture</a:t>
            </a:r>
            <a:endParaRPr lang="en-US" dirty="0"/>
          </a:p>
        </p:txBody>
      </p:sp>
      <p:sp>
        <p:nvSpPr>
          <p:cNvPr id="24" name="Text Placeholder 3"/>
          <p:cNvSpPr>
            <a:spLocks noGrp="1"/>
          </p:cNvSpPr>
          <p:nvPr>
            <p:ph type="body" sz="half" idx="20"/>
          </p:nvPr>
        </p:nvSpPr>
        <p:spPr>
          <a:xfrm>
            <a:off x="7534610" y="5277525"/>
            <a:ext cx="3104970" cy="720683"/>
          </a:xfrm>
        </p:spPr>
        <p:txBody>
          <a:bodyPr anchor="t">
            <a:normAutofit/>
          </a:bodyPr>
          <a:lstStyle>
            <a:lvl1pPr marL="0" indent="0">
              <a:buNone/>
              <a:defRPr sz="1481"/>
            </a:lvl1pPr>
            <a:lvl2pPr marL="483535" indent="0">
              <a:buNone/>
              <a:defRPr sz="1269"/>
            </a:lvl2pPr>
            <a:lvl3pPr marL="967069" indent="0">
              <a:buNone/>
              <a:defRPr sz="1058"/>
            </a:lvl3pPr>
            <a:lvl4pPr marL="1450604" indent="0">
              <a:buNone/>
              <a:defRPr sz="952"/>
            </a:lvl4pPr>
            <a:lvl5pPr marL="1934139" indent="0">
              <a:buNone/>
              <a:defRPr sz="952"/>
            </a:lvl5pPr>
            <a:lvl6pPr marL="2417674" indent="0">
              <a:buNone/>
              <a:defRPr sz="952"/>
            </a:lvl6pPr>
            <a:lvl7pPr marL="2901208" indent="0">
              <a:buNone/>
              <a:defRPr sz="952"/>
            </a:lvl7pPr>
            <a:lvl8pPr marL="3384743" indent="0">
              <a:buNone/>
              <a:defRPr sz="952"/>
            </a:lvl8pPr>
            <a:lvl9pPr marL="3868278" indent="0">
              <a:buNone/>
              <a:defRPr sz="952"/>
            </a:lvl9pPr>
          </a:lstStyle>
          <a:p>
            <a:pPr lvl="0"/>
            <a:r>
              <a:rPr lang="en-US" smtClean="0"/>
              <a:t>Click to edit Master text styles</a:t>
            </a:r>
          </a:p>
        </p:txBody>
      </p:sp>
      <p:cxnSp>
        <p:nvCxnSpPr>
          <p:cNvPr id="19" name="Straight Connector 18"/>
          <p:cNvCxnSpPr/>
          <p:nvPr/>
        </p:nvCxnSpPr>
        <p:spPr>
          <a:xfrm>
            <a:off x="3940589" y="2332637"/>
            <a:ext cx="0" cy="43320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7362918" y="2332637"/>
            <a:ext cx="0" cy="43369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3993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762272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2137" y="470347"/>
            <a:ext cx="1853467" cy="6369627"/>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90014" y="970198"/>
            <a:ext cx="7850367" cy="58697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92E8D2-C551-4173-8CD3-C1A0B3710CFB}"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666212-02A6-46BE-B9CD-A8470D2C0D4F}" type="slidenum">
              <a:rPr lang="en-US" smtClean="0"/>
              <a:t>‹#›</a:t>
            </a:fld>
            <a:endParaRPr lang="en-US"/>
          </a:p>
        </p:txBody>
      </p:sp>
    </p:spTree>
    <p:extLst>
      <p:ext uri="{BB962C8B-B14F-4D97-AF65-F5344CB8AC3E}">
        <p14:creationId xmlns:p14="http://schemas.microsoft.com/office/powerpoint/2010/main" val="910559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918733"/>
            <a:ext cx="4269350" cy="4579031"/>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162166"/>
            <a:ext cx="1610030" cy="2586119"/>
          </a:xfrm>
          <a:prstGeom prst="rect">
            <a:avLst/>
          </a:prstGeom>
        </p:spPr>
      </p:pic>
      <p:sp>
        <p:nvSpPr>
          <p:cNvPr id="16" name="Oval 15"/>
          <p:cNvSpPr/>
          <p:nvPr/>
        </p:nvSpPr>
        <p:spPr>
          <a:xfrm>
            <a:off x="9104479" y="1832786"/>
            <a:ext cx="2981662" cy="3082414"/>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8459795" y="0"/>
            <a:ext cx="1695665" cy="124788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9101164" y="6664678"/>
            <a:ext cx="1050925" cy="833085"/>
          </a:xfrm>
          <a:prstGeom prst="rect">
            <a:avLst/>
          </a:prstGeom>
        </p:spPr>
      </p:pic>
      <p:sp>
        <p:nvSpPr>
          <p:cNvPr id="14" name="Rectangle 13"/>
          <p:cNvSpPr/>
          <p:nvPr/>
        </p:nvSpPr>
        <p:spPr>
          <a:xfrm>
            <a:off x="11038530" y="0"/>
            <a:ext cx="725269" cy="124962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83297" y="494951"/>
            <a:ext cx="9945984" cy="1531181"/>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66810" y="2244429"/>
            <a:ext cx="9461433" cy="458686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722418" y="1963197"/>
            <a:ext cx="1083009" cy="322341"/>
          </a:xfrm>
          <a:prstGeom prst="rect">
            <a:avLst/>
          </a:prstGeom>
        </p:spPr>
        <p:txBody>
          <a:bodyPr vert="horz" lIns="91440" tIns="45720" rIns="91440" bIns="45720" rtlCol="0" anchor="t"/>
          <a:lstStyle>
            <a:lvl1pPr algn="l">
              <a:defRPr sz="1163" b="0" i="0">
                <a:solidFill>
                  <a:schemeClr val="tx1">
                    <a:tint val="75000"/>
                    <a:alpha val="60000"/>
                  </a:schemeClr>
                </a:solidFill>
              </a:defRPr>
            </a:lvl1pPr>
          </a:lstStyle>
          <a:p>
            <a:fld id="{0792E8D2-C551-4173-8CD3-C1A0B3710CFB}" type="datetimeFigureOut">
              <a:rPr lang="en-US" smtClean="0"/>
              <a:t>3/2/2026</a:t>
            </a:fld>
            <a:endParaRPr lang="en-US"/>
          </a:p>
        </p:txBody>
      </p:sp>
      <p:sp>
        <p:nvSpPr>
          <p:cNvPr id="5" name="Footer Placeholder 4"/>
          <p:cNvSpPr>
            <a:spLocks noGrp="1"/>
          </p:cNvSpPr>
          <p:nvPr>
            <p:ph type="ftr" sz="quarter" idx="3"/>
          </p:nvPr>
        </p:nvSpPr>
        <p:spPr>
          <a:xfrm rot="5400000">
            <a:off x="9397790" y="3531622"/>
            <a:ext cx="4219864" cy="322343"/>
          </a:xfrm>
          <a:prstGeom prst="rect">
            <a:avLst/>
          </a:prstGeom>
        </p:spPr>
        <p:txBody>
          <a:bodyPr vert="horz" lIns="91440" tIns="45720" rIns="91440" bIns="45720" rtlCol="0" anchor="b"/>
          <a:lstStyle>
            <a:lvl1pPr algn="l">
              <a:defRPr sz="1163"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948351" y="323317"/>
            <a:ext cx="886439" cy="839302"/>
          </a:xfrm>
          <a:prstGeom prst="rect">
            <a:avLst/>
          </a:prstGeom>
        </p:spPr>
        <p:txBody>
          <a:bodyPr vert="horz" lIns="91440" tIns="45720" rIns="91440" bIns="45720" rtlCol="0" anchor="b"/>
          <a:lstStyle>
            <a:lvl1pPr algn="ctr">
              <a:defRPr sz="2961" b="0" i="0">
                <a:solidFill>
                  <a:schemeClr val="tx1">
                    <a:tint val="75000"/>
                  </a:schemeClr>
                </a:solidFill>
              </a:defRPr>
            </a:lvl1pPr>
          </a:lstStyle>
          <a:p>
            <a:fld id="{90666212-02A6-46BE-B9CD-A8470D2C0D4F}" type="slidenum">
              <a:rPr lang="en-US" smtClean="0"/>
              <a:t>‹#›</a:t>
            </a:fld>
            <a:endParaRPr lang="en-US"/>
          </a:p>
        </p:txBody>
      </p:sp>
    </p:spTree>
    <p:extLst>
      <p:ext uri="{BB962C8B-B14F-4D97-AF65-F5344CB8AC3E}">
        <p14:creationId xmlns:p14="http://schemas.microsoft.com/office/powerpoint/2010/main" val="55141079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83535" rtl="0" eaLnBrk="1" latinLnBrk="0" hangingPunct="1">
        <a:spcBef>
          <a:spcPct val="0"/>
        </a:spcBef>
        <a:buNone/>
        <a:defRPr sz="4442"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2651" indent="-362651" algn="l" defTabSz="483535" rtl="0" eaLnBrk="1" latinLnBrk="0" hangingPunct="1">
        <a:spcBef>
          <a:spcPts val="1058"/>
        </a:spcBef>
        <a:spcAft>
          <a:spcPts val="0"/>
        </a:spcAft>
        <a:buClr>
          <a:schemeClr val="bg2">
            <a:lumMod val="40000"/>
            <a:lumOff val="60000"/>
          </a:schemeClr>
        </a:buClr>
        <a:buSzPct val="80000"/>
        <a:buFont typeface="Wingdings 3" charset="2"/>
        <a:buChar char=""/>
        <a:defRPr sz="2115" b="0" i="0" kern="1200">
          <a:solidFill>
            <a:schemeClr val="tx1"/>
          </a:solidFill>
          <a:latin typeface="+mj-lt"/>
          <a:ea typeface="+mj-ea"/>
          <a:cs typeface="+mj-cs"/>
        </a:defRPr>
      </a:lvl1pPr>
      <a:lvl2pPr marL="785744" indent="-302209" algn="l" defTabSz="483535" rtl="0" eaLnBrk="1" latinLnBrk="0" hangingPunct="1">
        <a:spcBef>
          <a:spcPts val="1058"/>
        </a:spcBef>
        <a:spcAft>
          <a:spcPts val="0"/>
        </a:spcAft>
        <a:buClr>
          <a:schemeClr val="bg2">
            <a:lumMod val="40000"/>
            <a:lumOff val="60000"/>
          </a:schemeClr>
        </a:buClr>
        <a:buSzPct val="80000"/>
        <a:buFont typeface="Wingdings 3" charset="2"/>
        <a:buChar char=""/>
        <a:defRPr sz="1904" b="0" i="0" kern="1200">
          <a:solidFill>
            <a:schemeClr val="tx1"/>
          </a:solidFill>
          <a:latin typeface="+mj-lt"/>
          <a:ea typeface="+mj-ea"/>
          <a:cs typeface="+mj-cs"/>
        </a:defRPr>
      </a:lvl2pPr>
      <a:lvl3pPr marL="1208837"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692" b="0" i="0" kern="1200">
          <a:solidFill>
            <a:schemeClr val="tx1"/>
          </a:solidFill>
          <a:latin typeface="+mj-lt"/>
          <a:ea typeface="+mj-ea"/>
          <a:cs typeface="+mj-cs"/>
        </a:defRPr>
      </a:lvl3pPr>
      <a:lvl4pPr marL="1692372"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4pPr>
      <a:lvl5pPr marL="2175906"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5pPr>
      <a:lvl6pPr marL="2650346"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6pPr>
      <a:lvl7pPr marL="3142976"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7pPr>
      <a:lvl8pPr marL="3626510"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8pPr>
      <a:lvl9pPr marL="4110045" indent="-241767" algn="l" defTabSz="483535" rtl="0" eaLnBrk="1" latinLnBrk="0" hangingPunct="1">
        <a:spcBef>
          <a:spcPts val="1058"/>
        </a:spcBef>
        <a:spcAft>
          <a:spcPts val="0"/>
        </a:spcAft>
        <a:buClr>
          <a:schemeClr val="bg2">
            <a:lumMod val="40000"/>
            <a:lumOff val="60000"/>
          </a:schemeClr>
        </a:buClr>
        <a:buSzPct val="80000"/>
        <a:buFont typeface="Wingdings 3" charset="2"/>
        <a:buChar char=""/>
        <a:defRPr sz="1481" b="0" i="0" kern="1200">
          <a:solidFill>
            <a:schemeClr val="tx1"/>
          </a:solidFill>
          <a:latin typeface="+mj-lt"/>
          <a:ea typeface="+mj-ea"/>
          <a:cs typeface="+mj-cs"/>
        </a:defRPr>
      </a:lvl9pPr>
    </p:bodyStyle>
    <p:otherStyle>
      <a:defPPr>
        <a:defRPr lang="en-US"/>
      </a:defPPr>
      <a:lvl1pPr marL="0" algn="l" defTabSz="483535" rtl="0" eaLnBrk="1" latinLnBrk="0" hangingPunct="1">
        <a:defRPr sz="1904" kern="1200">
          <a:solidFill>
            <a:schemeClr val="tx1"/>
          </a:solidFill>
          <a:latin typeface="+mn-lt"/>
          <a:ea typeface="+mn-ea"/>
          <a:cs typeface="+mn-cs"/>
        </a:defRPr>
      </a:lvl1pPr>
      <a:lvl2pPr marL="483535" algn="l" defTabSz="483535" rtl="0" eaLnBrk="1" latinLnBrk="0" hangingPunct="1">
        <a:defRPr sz="1904" kern="1200">
          <a:solidFill>
            <a:schemeClr val="tx1"/>
          </a:solidFill>
          <a:latin typeface="+mn-lt"/>
          <a:ea typeface="+mn-ea"/>
          <a:cs typeface="+mn-cs"/>
        </a:defRPr>
      </a:lvl2pPr>
      <a:lvl3pPr marL="967069" algn="l" defTabSz="483535" rtl="0" eaLnBrk="1" latinLnBrk="0" hangingPunct="1">
        <a:defRPr sz="1904" kern="1200">
          <a:solidFill>
            <a:schemeClr val="tx1"/>
          </a:solidFill>
          <a:latin typeface="+mn-lt"/>
          <a:ea typeface="+mn-ea"/>
          <a:cs typeface="+mn-cs"/>
        </a:defRPr>
      </a:lvl3pPr>
      <a:lvl4pPr marL="1450604" algn="l" defTabSz="483535" rtl="0" eaLnBrk="1" latinLnBrk="0" hangingPunct="1">
        <a:defRPr sz="1904" kern="1200">
          <a:solidFill>
            <a:schemeClr val="tx1"/>
          </a:solidFill>
          <a:latin typeface="+mn-lt"/>
          <a:ea typeface="+mn-ea"/>
          <a:cs typeface="+mn-cs"/>
        </a:defRPr>
      </a:lvl4pPr>
      <a:lvl5pPr marL="1934139" algn="l" defTabSz="483535" rtl="0" eaLnBrk="1" latinLnBrk="0" hangingPunct="1">
        <a:defRPr sz="1904" kern="1200">
          <a:solidFill>
            <a:schemeClr val="tx1"/>
          </a:solidFill>
          <a:latin typeface="+mn-lt"/>
          <a:ea typeface="+mn-ea"/>
          <a:cs typeface="+mn-cs"/>
        </a:defRPr>
      </a:lvl5pPr>
      <a:lvl6pPr marL="2417674" algn="l" defTabSz="483535" rtl="0" eaLnBrk="1" latinLnBrk="0" hangingPunct="1">
        <a:defRPr sz="1904" kern="1200">
          <a:solidFill>
            <a:schemeClr val="tx1"/>
          </a:solidFill>
          <a:latin typeface="+mn-lt"/>
          <a:ea typeface="+mn-ea"/>
          <a:cs typeface="+mn-cs"/>
        </a:defRPr>
      </a:lvl6pPr>
      <a:lvl7pPr marL="2901208" algn="l" defTabSz="483535" rtl="0" eaLnBrk="1" latinLnBrk="0" hangingPunct="1">
        <a:defRPr sz="1904" kern="1200">
          <a:solidFill>
            <a:schemeClr val="tx1"/>
          </a:solidFill>
          <a:latin typeface="+mn-lt"/>
          <a:ea typeface="+mn-ea"/>
          <a:cs typeface="+mn-cs"/>
        </a:defRPr>
      </a:lvl7pPr>
      <a:lvl8pPr marL="3384743" algn="l" defTabSz="483535" rtl="0" eaLnBrk="1" latinLnBrk="0" hangingPunct="1">
        <a:defRPr sz="1904" kern="1200">
          <a:solidFill>
            <a:schemeClr val="tx1"/>
          </a:solidFill>
          <a:latin typeface="+mn-lt"/>
          <a:ea typeface="+mn-ea"/>
          <a:cs typeface="+mn-cs"/>
        </a:defRPr>
      </a:lvl8pPr>
      <a:lvl9pPr marL="3868278" algn="l" defTabSz="483535" rtl="0" eaLnBrk="1" latinLnBrk="0" hangingPunct="1">
        <a:defRPr sz="19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medium.com/analytics-vidhya/over-fitted-and-under-fitted-models-f5c96e9ac58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Polynomial Regression</a:t>
            </a:r>
            <a:endParaRPr lang="en-US" dirty="0"/>
          </a:p>
        </p:txBody>
      </p:sp>
      <p:sp>
        <p:nvSpPr>
          <p:cNvPr id="3" name="Subtitle 2"/>
          <p:cNvSpPr>
            <a:spLocks noGrp="1"/>
          </p:cNvSpPr>
          <p:nvPr>
            <p:ph type="subTitle" idx="1"/>
          </p:nvPr>
        </p:nvSpPr>
        <p:spPr/>
        <p:txBody>
          <a:bodyPr/>
          <a:lstStyle/>
          <a:p>
            <a:r>
              <a:rPr lang="en-US" dirty="0" smtClean="0"/>
              <a:t>Data Analysis</a:t>
            </a:r>
            <a:endParaRPr lang="en-US" dirty="0"/>
          </a:p>
        </p:txBody>
      </p:sp>
    </p:spTree>
    <p:extLst>
      <p:ext uri="{BB962C8B-B14F-4D97-AF65-F5344CB8AC3E}">
        <p14:creationId xmlns:p14="http://schemas.microsoft.com/office/powerpoint/2010/main" val="39736595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Polynomial Regression?</a:t>
            </a:r>
            <a:r>
              <a:rPr lang="en-US" dirty="0"/>
              <a:t/>
            </a:r>
            <a:br>
              <a:rPr lang="en-US" dirty="0"/>
            </a:br>
            <a:endParaRPr lang="en-US" dirty="0"/>
          </a:p>
        </p:txBody>
      </p:sp>
      <p:sp>
        <p:nvSpPr>
          <p:cNvPr id="3" name="Content Placeholder 2"/>
          <p:cNvSpPr>
            <a:spLocks noGrp="1"/>
          </p:cNvSpPr>
          <p:nvPr>
            <p:ph idx="1"/>
          </p:nvPr>
        </p:nvSpPr>
        <p:spPr>
          <a:xfrm>
            <a:off x="329784" y="1364105"/>
            <a:ext cx="11677337" cy="5467189"/>
          </a:xfrm>
        </p:spPr>
        <p:txBody>
          <a:bodyPr>
            <a:noAutofit/>
          </a:bodyPr>
          <a:lstStyle/>
          <a:p>
            <a:r>
              <a:rPr lang="en-US" sz="2800" dirty="0"/>
              <a:t>In simple linear regression algorithm only works when the relationship between the data is linear But suppose if we have non-linear data then Linear regression will not capable to draw a best-fit line and It fails in such conditions</a:t>
            </a:r>
            <a:r>
              <a:rPr lang="en-US" sz="2800" dirty="0" smtClean="0"/>
              <a:t>.</a:t>
            </a:r>
          </a:p>
          <a:p>
            <a:r>
              <a:rPr lang="en-US" sz="2800" dirty="0" smtClean="0"/>
              <a:t> </a:t>
            </a:r>
            <a:r>
              <a:rPr lang="en-US" sz="2800" dirty="0"/>
              <a:t>consider the below diagram which has a non-linear relationship and you can see the Linear regression results on it, </a:t>
            </a:r>
            <a:endParaRPr lang="en-US" sz="2800" dirty="0" smtClean="0"/>
          </a:p>
          <a:p>
            <a:r>
              <a:rPr lang="en-US" sz="2800" dirty="0"/>
              <a:t>which does not perform well means which do not comes close to reality</a:t>
            </a:r>
            <a:r>
              <a:rPr lang="en-US" sz="2800" dirty="0" smtClean="0"/>
              <a:t>.</a:t>
            </a:r>
          </a:p>
          <a:p>
            <a:r>
              <a:rPr lang="en-US" sz="2800" dirty="0" smtClean="0"/>
              <a:t> </a:t>
            </a:r>
            <a:r>
              <a:rPr lang="en-US" sz="2800" dirty="0"/>
              <a:t>Hence, we introduce polynomial regression to overcome this problem, which helps identify the curvilinear relationship between independent and dependent variables.</a:t>
            </a:r>
          </a:p>
        </p:txBody>
      </p:sp>
    </p:spTree>
    <p:extLst>
      <p:ext uri="{BB962C8B-B14F-4D97-AF65-F5344CB8AC3E}">
        <p14:creationId xmlns:p14="http://schemas.microsoft.com/office/powerpoint/2010/main" val="20579163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67176" y="2244725"/>
            <a:ext cx="9260773" cy="4586288"/>
          </a:xfrm>
          <a:prstGeom prst="rect">
            <a:avLst/>
          </a:prstGeom>
        </p:spPr>
      </p:pic>
    </p:spTree>
    <p:extLst>
      <p:ext uri="{BB962C8B-B14F-4D97-AF65-F5344CB8AC3E}">
        <p14:creationId xmlns:p14="http://schemas.microsoft.com/office/powerpoint/2010/main" val="22073433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259" y="420000"/>
            <a:ext cx="9945984" cy="1531181"/>
          </a:xfrm>
        </p:spPr>
        <p:txBody>
          <a:bodyPr/>
          <a:lstStyle/>
          <a:p>
            <a:r>
              <a:rPr lang="en-US" sz="3600" b="1" dirty="0"/>
              <a:t>How Polynomial Regression Overcomes the problem of Non-Linear data?</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800" dirty="0"/>
              <a:t>Polynomial regression is a form of Linear regression where only due to the Non-linear relationship between dependent and independent variables we add some polynomial terms to linear regression to convert it into Polynomial regression</a:t>
            </a:r>
            <a:r>
              <a:rPr lang="en-US" sz="2800" dirty="0" smtClean="0"/>
              <a:t>.</a:t>
            </a:r>
          </a:p>
          <a:p>
            <a:r>
              <a:rPr lang="en-US" sz="2800" dirty="0"/>
              <a:t>Suppose we have X as Independent data and Y as dependent data. Before feeding data to a </a:t>
            </a:r>
            <a:r>
              <a:rPr lang="en-US" sz="2800" dirty="0" smtClean="0"/>
              <a:t>model </a:t>
            </a:r>
            <a:r>
              <a:rPr lang="en-US" sz="2800" dirty="0"/>
              <a:t>in preprocessing stage we convert the input variables into polynomial terms using some degree.</a:t>
            </a:r>
          </a:p>
        </p:txBody>
      </p:sp>
    </p:spTree>
    <p:extLst>
      <p:ext uri="{BB962C8B-B14F-4D97-AF65-F5344CB8AC3E}">
        <p14:creationId xmlns:p14="http://schemas.microsoft.com/office/powerpoint/2010/main" val="7715163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62272" y="1588959"/>
            <a:ext cx="11726865" cy="5047464"/>
          </a:xfrm>
        </p:spPr>
        <p:txBody>
          <a:bodyPr>
            <a:normAutofit lnSpcReduction="10000"/>
          </a:bodyPr>
          <a:lstStyle/>
          <a:p>
            <a:r>
              <a:rPr lang="en-US" sz="2800" dirty="0"/>
              <a:t>Consider an example my input value is 35 and the degree of a polynomial is 2 so I will find 35 power 0, 35 power 1, and 35 power 2 And this helps to interpret the non-linear relationship in data.</a:t>
            </a:r>
            <a:br>
              <a:rPr lang="en-US" sz="2800" dirty="0"/>
            </a:br>
            <a:r>
              <a:rPr lang="en-US" sz="2800" dirty="0"/>
              <a:t>The equation of polynomial becomes something like this.</a:t>
            </a:r>
          </a:p>
          <a:p>
            <a:r>
              <a:rPr lang="en-US" sz="2800" b="1" dirty="0"/>
              <a:t>                 y = a</a:t>
            </a:r>
            <a:r>
              <a:rPr lang="en-US" sz="2800" b="1" baseline="-25000" dirty="0"/>
              <a:t>0</a:t>
            </a:r>
            <a:r>
              <a:rPr lang="en-US" sz="2800" b="1" dirty="0"/>
              <a:t> + a</a:t>
            </a:r>
            <a:r>
              <a:rPr lang="en-US" sz="2800" b="1" baseline="-25000" dirty="0"/>
              <a:t>1</a:t>
            </a:r>
            <a:r>
              <a:rPr lang="en-US" sz="2800" b="1" dirty="0"/>
              <a:t>x</a:t>
            </a:r>
            <a:r>
              <a:rPr lang="en-US" sz="2800" b="1" baseline="-25000" dirty="0"/>
              <a:t>1</a:t>
            </a:r>
            <a:r>
              <a:rPr lang="en-US" sz="2800" b="1" dirty="0"/>
              <a:t> + a</a:t>
            </a:r>
            <a:r>
              <a:rPr lang="en-US" sz="2800" b="1" baseline="-25000" dirty="0"/>
              <a:t>2</a:t>
            </a:r>
            <a:r>
              <a:rPr lang="en-US" sz="2800" b="1" dirty="0"/>
              <a:t>x</a:t>
            </a:r>
            <a:r>
              <a:rPr lang="en-US" sz="2800" b="1" baseline="-25000" dirty="0"/>
              <a:t>1</a:t>
            </a:r>
            <a:r>
              <a:rPr lang="en-US" sz="2800" b="1" baseline="30000" dirty="0"/>
              <a:t>2</a:t>
            </a:r>
            <a:r>
              <a:rPr lang="en-US" sz="2800" b="1" dirty="0"/>
              <a:t> + … + a</a:t>
            </a:r>
            <a:r>
              <a:rPr lang="en-US" sz="2800" b="1" baseline="-25000" dirty="0"/>
              <a:t>n</a:t>
            </a:r>
            <a:r>
              <a:rPr lang="en-US" sz="2800" b="1" dirty="0"/>
              <a:t>x</a:t>
            </a:r>
            <a:r>
              <a:rPr lang="en-US" sz="2800" b="1" baseline="-25000" dirty="0"/>
              <a:t>1</a:t>
            </a:r>
            <a:r>
              <a:rPr lang="en-US" sz="2800" b="1" baseline="30000" dirty="0"/>
              <a:t>n</a:t>
            </a:r>
            <a:r>
              <a:rPr lang="en-US" sz="2800" dirty="0"/>
              <a:t/>
            </a:r>
            <a:br>
              <a:rPr lang="en-US" sz="2800" dirty="0"/>
            </a:br>
            <a:endParaRPr lang="en-US" sz="2800" dirty="0"/>
          </a:p>
          <a:p>
            <a:r>
              <a:rPr lang="en-US" sz="2800" dirty="0"/>
              <a:t>The degree of order which to use is a </a:t>
            </a:r>
            <a:r>
              <a:rPr lang="en-US" sz="2800" dirty="0" err="1"/>
              <a:t>Hyperparameter</a:t>
            </a:r>
            <a:r>
              <a:rPr lang="en-US" sz="2800" dirty="0"/>
              <a:t>, and we need to choose it wisely. But using a high degree of polynomial tries to </a:t>
            </a:r>
            <a:r>
              <a:rPr lang="en-US" sz="2800" dirty="0" err="1"/>
              <a:t>overfit</a:t>
            </a:r>
            <a:r>
              <a:rPr lang="en-US" sz="2800" dirty="0"/>
              <a:t> the data and for smaller values of degree, the model tries to </a:t>
            </a:r>
            <a:r>
              <a:rPr lang="en-US" sz="2800" dirty="0" err="1"/>
              <a:t>underfit</a:t>
            </a:r>
            <a:r>
              <a:rPr lang="en-US" sz="2800" dirty="0"/>
              <a:t> so we need to find the optimum value of a degree.</a:t>
            </a:r>
          </a:p>
          <a:p>
            <a:endParaRPr lang="en-US" dirty="0"/>
          </a:p>
        </p:txBody>
      </p:sp>
    </p:spTree>
    <p:extLst>
      <p:ext uri="{BB962C8B-B14F-4D97-AF65-F5344CB8AC3E}">
        <p14:creationId xmlns:p14="http://schemas.microsoft.com/office/powerpoint/2010/main" val="15976296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534" y="199363"/>
            <a:ext cx="9945984" cy="1531181"/>
          </a:xfrm>
        </p:spPr>
        <p:txBody>
          <a:bodyPr/>
          <a:lstStyle/>
          <a:p>
            <a:r>
              <a:rPr lang="en-US" dirty="0"/>
              <a:t>comparison diagram of the linear dataset and non-linear</a:t>
            </a:r>
          </a:p>
        </p:txBody>
      </p:sp>
      <p:sp>
        <p:nvSpPr>
          <p:cNvPr id="3" name="Content Placeholder 2"/>
          <p:cNvSpPr>
            <a:spLocks noGrp="1"/>
          </p:cNvSpPr>
          <p:nvPr>
            <p:ph idx="1"/>
          </p:nvPr>
        </p:nvSpPr>
        <p:spPr>
          <a:xfrm>
            <a:off x="1061878" y="1730544"/>
            <a:ext cx="10465775" cy="4586865"/>
          </a:xfrm>
        </p:spPr>
        <p:txBody>
          <a:bodyPr/>
          <a:lstStyle/>
          <a:p>
            <a:pPr>
              <a:lnSpc>
                <a:spcPct val="150000"/>
              </a:lnSpc>
            </a:pPr>
            <a:r>
              <a:rPr lang="en-US" dirty="0"/>
              <a:t>So for such cases, </a:t>
            </a:r>
            <a:r>
              <a:rPr lang="en-US" b="1" dirty="0"/>
              <a:t>where data points are arranged in a non-linear fashion, we need the Polynomial Regression model</a:t>
            </a:r>
            <a:r>
              <a:rPr lang="en-US" dirty="0"/>
              <a:t>. We can understand it in a better way using the below comparison diagram of the linear dataset and non-linear dataset.</a:t>
            </a:r>
          </a:p>
          <a:p>
            <a:endParaRPr lang="en-US" dirty="0"/>
          </a:p>
        </p:txBody>
      </p:sp>
      <p:pic>
        <p:nvPicPr>
          <p:cNvPr id="4" name="Picture 3"/>
          <p:cNvPicPr>
            <a:picLocks noChangeAspect="1"/>
          </p:cNvPicPr>
          <p:nvPr/>
        </p:nvPicPr>
        <p:blipFill>
          <a:blip r:embed="rId3"/>
          <a:stretch>
            <a:fillRect/>
          </a:stretch>
        </p:blipFill>
        <p:spPr>
          <a:xfrm>
            <a:off x="1304145" y="3789166"/>
            <a:ext cx="10223508" cy="35560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44673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Why Polynomial Regression is called Polynomial Linear Regression?</a:t>
            </a:r>
            <a:r>
              <a:rPr lang="en-US" dirty="0"/>
              <a:t/>
            </a:r>
            <a:br>
              <a:rPr lang="en-US" dirty="0"/>
            </a:br>
            <a:endParaRPr lang="en-US" dirty="0"/>
          </a:p>
        </p:txBody>
      </p:sp>
      <p:sp>
        <p:nvSpPr>
          <p:cNvPr id="3" name="Content Placeholder 2"/>
          <p:cNvSpPr>
            <a:spLocks noGrp="1"/>
          </p:cNvSpPr>
          <p:nvPr>
            <p:ph idx="1"/>
          </p:nvPr>
        </p:nvSpPr>
        <p:spPr>
          <a:xfrm>
            <a:off x="1166810" y="2244429"/>
            <a:ext cx="10900272" cy="4586865"/>
          </a:xfrm>
        </p:spPr>
        <p:txBody>
          <a:bodyPr>
            <a:normAutofit/>
          </a:bodyPr>
          <a:lstStyle/>
          <a:p>
            <a:r>
              <a:rPr lang="en-US" sz="2800" dirty="0"/>
              <a:t>If you see the equation of polynomial regression carefully, then we can see that we are trying to estimate the relationship between coefficients and y. </a:t>
            </a:r>
            <a:endParaRPr lang="en-US" sz="2800" dirty="0" smtClean="0"/>
          </a:p>
          <a:p>
            <a:r>
              <a:rPr lang="en-US" sz="2800" dirty="0" smtClean="0"/>
              <a:t>And </a:t>
            </a:r>
            <a:r>
              <a:rPr lang="en-US" sz="2800" dirty="0"/>
              <a:t>the values of x and y are already given to us, only we need to determine coefficients and the degree of coefficient here is 1 only, and degree one represents simple linear regression Hence, Polynomial regression is also known as polynomial Linear regression. </a:t>
            </a:r>
          </a:p>
        </p:txBody>
      </p:sp>
    </p:spTree>
    <p:extLst>
      <p:ext uri="{BB962C8B-B14F-4D97-AF65-F5344CB8AC3E}">
        <p14:creationId xmlns:p14="http://schemas.microsoft.com/office/powerpoint/2010/main" val="13864765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Equation of the Polynomial Regression Model:</a:t>
            </a:r>
            <a:br>
              <a:rPr lang="en-US" dirty="0"/>
            </a:br>
            <a:endParaRPr lang="en-US" dirty="0"/>
          </a:p>
        </p:txBody>
      </p:sp>
      <p:sp>
        <p:nvSpPr>
          <p:cNvPr id="3" name="Content Placeholder 2"/>
          <p:cNvSpPr>
            <a:spLocks noGrp="1"/>
          </p:cNvSpPr>
          <p:nvPr>
            <p:ph idx="1"/>
          </p:nvPr>
        </p:nvSpPr>
        <p:spPr>
          <a:xfrm>
            <a:off x="331919" y="2139498"/>
            <a:ext cx="12124908" cy="5070771"/>
          </a:xfrm>
        </p:spPr>
        <p:txBody>
          <a:bodyPr>
            <a:normAutofit/>
          </a:bodyPr>
          <a:lstStyle/>
          <a:p>
            <a:r>
              <a:rPr lang="en-US" b="1" dirty="0" smtClean="0"/>
              <a:t>Simple </a:t>
            </a:r>
            <a:r>
              <a:rPr lang="en-US" b="1" dirty="0"/>
              <a:t>Linear Regression equation:         y = b</a:t>
            </a:r>
            <a:r>
              <a:rPr lang="en-US" b="1" baseline="-25000" dirty="0"/>
              <a:t>0</a:t>
            </a:r>
            <a:r>
              <a:rPr lang="en-US" b="1" dirty="0"/>
              <a:t>+b</a:t>
            </a:r>
            <a:r>
              <a:rPr lang="en-US" b="1" baseline="-25000" dirty="0"/>
              <a:t>1</a:t>
            </a:r>
            <a:r>
              <a:rPr lang="en-US" b="1" dirty="0"/>
              <a:t>x         .........(a)</a:t>
            </a:r>
            <a:endParaRPr lang="en-US" dirty="0"/>
          </a:p>
          <a:p>
            <a:r>
              <a:rPr lang="en-US" b="1" dirty="0"/>
              <a:t>Multiple Linear Regression equation:         y= b</a:t>
            </a:r>
            <a:r>
              <a:rPr lang="en-US" b="1" baseline="-25000" dirty="0"/>
              <a:t>0</a:t>
            </a:r>
            <a:r>
              <a:rPr lang="en-US" b="1" dirty="0"/>
              <a:t>+b</a:t>
            </a:r>
            <a:r>
              <a:rPr lang="en-US" b="1" baseline="-25000" dirty="0"/>
              <a:t>1</a:t>
            </a:r>
            <a:r>
              <a:rPr lang="en-US" b="1" dirty="0"/>
              <a:t>x+ b</a:t>
            </a:r>
            <a:r>
              <a:rPr lang="en-US" b="1" baseline="-25000" dirty="0"/>
              <a:t>2</a:t>
            </a:r>
            <a:r>
              <a:rPr lang="en-US" b="1" dirty="0"/>
              <a:t>x</a:t>
            </a:r>
            <a:r>
              <a:rPr lang="en-US" b="1" baseline="-25000" dirty="0"/>
              <a:t>2</a:t>
            </a:r>
            <a:r>
              <a:rPr lang="en-US" b="1" dirty="0"/>
              <a:t>+ b</a:t>
            </a:r>
            <a:r>
              <a:rPr lang="en-US" b="1" baseline="-25000" dirty="0"/>
              <a:t>3</a:t>
            </a:r>
            <a:r>
              <a:rPr lang="en-US" b="1" dirty="0"/>
              <a:t>x</a:t>
            </a:r>
            <a:r>
              <a:rPr lang="en-US" b="1" baseline="-25000" dirty="0"/>
              <a:t>3</a:t>
            </a:r>
            <a:r>
              <a:rPr lang="en-US" b="1" dirty="0"/>
              <a:t>+....+ </a:t>
            </a:r>
            <a:r>
              <a:rPr lang="en-US" b="1" dirty="0" err="1"/>
              <a:t>b</a:t>
            </a:r>
            <a:r>
              <a:rPr lang="en-US" b="1" baseline="-25000" dirty="0" err="1"/>
              <a:t>n</a:t>
            </a:r>
            <a:r>
              <a:rPr lang="en-US" b="1" dirty="0" err="1"/>
              <a:t>x</a:t>
            </a:r>
            <a:r>
              <a:rPr lang="en-US" b="1" baseline="-25000" dirty="0" err="1"/>
              <a:t>n</a:t>
            </a:r>
            <a:r>
              <a:rPr lang="en-US" b="1" dirty="0"/>
              <a:t>         .........(b)</a:t>
            </a:r>
            <a:endParaRPr lang="en-US" dirty="0"/>
          </a:p>
          <a:p>
            <a:r>
              <a:rPr lang="en-US" b="1" dirty="0"/>
              <a:t>Polynomial Regression equation:         y= b</a:t>
            </a:r>
            <a:r>
              <a:rPr lang="en-US" b="1" baseline="-25000" dirty="0"/>
              <a:t>0</a:t>
            </a:r>
            <a:r>
              <a:rPr lang="en-US" b="1" dirty="0"/>
              <a:t>+b</a:t>
            </a:r>
            <a:r>
              <a:rPr lang="en-US" b="1" baseline="-25000" dirty="0"/>
              <a:t>1</a:t>
            </a:r>
            <a:r>
              <a:rPr lang="en-US" b="1" dirty="0"/>
              <a:t>x + b</a:t>
            </a:r>
            <a:r>
              <a:rPr lang="en-US" b="1" baseline="-25000" dirty="0"/>
              <a:t>2</a:t>
            </a:r>
            <a:r>
              <a:rPr lang="en-US" b="1" dirty="0"/>
              <a:t>x</a:t>
            </a:r>
            <a:r>
              <a:rPr lang="en-US" b="1" baseline="30000" dirty="0"/>
              <a:t>2</a:t>
            </a:r>
            <a:r>
              <a:rPr lang="en-US" b="1" dirty="0"/>
              <a:t>+ b</a:t>
            </a:r>
            <a:r>
              <a:rPr lang="en-US" b="1" baseline="-25000" dirty="0"/>
              <a:t>3</a:t>
            </a:r>
            <a:r>
              <a:rPr lang="en-US" b="1" dirty="0"/>
              <a:t>x</a:t>
            </a:r>
            <a:r>
              <a:rPr lang="en-US" b="1" baseline="30000" dirty="0"/>
              <a:t>3</a:t>
            </a:r>
            <a:r>
              <a:rPr lang="en-US" b="1" dirty="0"/>
              <a:t>+....+ </a:t>
            </a:r>
            <a:r>
              <a:rPr lang="en-US" b="1" dirty="0" err="1"/>
              <a:t>b</a:t>
            </a:r>
            <a:r>
              <a:rPr lang="en-US" b="1" baseline="-25000" dirty="0" err="1"/>
              <a:t>n</a:t>
            </a:r>
            <a:r>
              <a:rPr lang="en-US" b="1" dirty="0" err="1"/>
              <a:t>x</a:t>
            </a:r>
            <a:r>
              <a:rPr lang="en-US" b="1" baseline="30000" dirty="0" err="1"/>
              <a:t>n</a:t>
            </a:r>
            <a:r>
              <a:rPr lang="en-US" b="1" dirty="0"/>
              <a:t>         ..........(c</a:t>
            </a:r>
            <a:r>
              <a:rPr lang="en-US" b="1" dirty="0" smtClean="0"/>
              <a:t>)</a:t>
            </a:r>
          </a:p>
          <a:p>
            <a:r>
              <a:rPr lang="en-US" sz="2800" dirty="0"/>
              <a:t>When we compare the above three equations, we can clearly see that all three equations are Polynomial equations but differ by the degree of variables. </a:t>
            </a:r>
            <a:endParaRPr lang="en-US" sz="2800" dirty="0" smtClean="0"/>
          </a:p>
          <a:p>
            <a:r>
              <a:rPr lang="en-US" sz="2800" dirty="0" smtClean="0"/>
              <a:t>The </a:t>
            </a:r>
            <a:r>
              <a:rPr lang="en-US" sz="2800" dirty="0"/>
              <a:t>Simple and Multiple Linear equations are also Polynomial equations with a single degree, and the Polynomial regression equation is Linear equation with the nth degree. So if we add a degree to our linear equations, then it will be converted into Polynomial Linear equations.</a:t>
            </a:r>
          </a:p>
          <a:p>
            <a:endParaRPr lang="en-US" dirty="0"/>
          </a:p>
        </p:txBody>
      </p:sp>
    </p:spTree>
    <p:extLst>
      <p:ext uri="{BB962C8B-B14F-4D97-AF65-F5344CB8AC3E}">
        <p14:creationId xmlns:p14="http://schemas.microsoft.com/office/powerpoint/2010/main" val="14789114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for Polynomial Regression:</a:t>
            </a:r>
            <a:br>
              <a:rPr lang="en-US" dirty="0"/>
            </a:br>
            <a:endParaRPr lang="en-US" dirty="0"/>
          </a:p>
        </p:txBody>
      </p:sp>
      <p:sp>
        <p:nvSpPr>
          <p:cNvPr id="3" name="Content Placeholder 2"/>
          <p:cNvSpPr>
            <a:spLocks noGrp="1"/>
          </p:cNvSpPr>
          <p:nvPr>
            <p:ph idx="1"/>
          </p:nvPr>
        </p:nvSpPr>
        <p:spPr>
          <a:xfrm>
            <a:off x="1166810" y="2244429"/>
            <a:ext cx="10534410" cy="4586865"/>
          </a:xfrm>
        </p:spPr>
        <p:txBody>
          <a:bodyPr/>
          <a:lstStyle/>
          <a:p>
            <a:r>
              <a:rPr lang="en-US" sz="2400" dirty="0" smtClean="0"/>
              <a:t>The </a:t>
            </a:r>
            <a:r>
              <a:rPr lang="en-US" sz="2400" dirty="0"/>
              <a:t>main steps involved in Polynomial Regression are given below:</a:t>
            </a:r>
          </a:p>
          <a:p>
            <a:r>
              <a:rPr lang="en-US" sz="2400" dirty="0"/>
              <a:t>Data Pre-processing</a:t>
            </a:r>
          </a:p>
          <a:p>
            <a:r>
              <a:rPr lang="en-US" sz="2400" dirty="0"/>
              <a:t>Build a Linear Regression model and fit it to the dataset</a:t>
            </a:r>
          </a:p>
          <a:p>
            <a:r>
              <a:rPr lang="en-US" sz="2400" dirty="0"/>
              <a:t>Build a Polynomial Regression model and fit it to the dataset</a:t>
            </a:r>
          </a:p>
          <a:p>
            <a:r>
              <a:rPr lang="en-US" sz="2400" dirty="0"/>
              <a:t>Visualize the result for Linear Regression and Polynomial Regression model.</a:t>
            </a:r>
          </a:p>
          <a:p>
            <a:r>
              <a:rPr lang="en-US" sz="2400" dirty="0"/>
              <a:t>Predicting the output.</a:t>
            </a:r>
          </a:p>
          <a:p>
            <a:endParaRPr lang="en-US" dirty="0"/>
          </a:p>
        </p:txBody>
      </p:sp>
    </p:spTree>
    <p:extLst>
      <p:ext uri="{BB962C8B-B14F-4D97-AF65-F5344CB8AC3E}">
        <p14:creationId xmlns:p14="http://schemas.microsoft.com/office/powerpoint/2010/main" val="8888394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with a High degree of polynomial</a:t>
            </a:r>
          </a:p>
        </p:txBody>
      </p:sp>
      <p:sp>
        <p:nvSpPr>
          <p:cNvPr id="3" name="Content Placeholder 2"/>
          <p:cNvSpPr>
            <a:spLocks noGrp="1"/>
          </p:cNvSpPr>
          <p:nvPr>
            <p:ph idx="1"/>
          </p:nvPr>
        </p:nvSpPr>
        <p:spPr>
          <a:xfrm>
            <a:off x="162469" y="2026132"/>
            <a:ext cx="12626275" cy="4586865"/>
          </a:xfrm>
        </p:spPr>
        <p:txBody>
          <a:bodyPr>
            <a:normAutofit/>
          </a:bodyPr>
          <a:lstStyle/>
          <a:p>
            <a:r>
              <a:rPr lang="en-US" sz="2800" dirty="0"/>
              <a:t>when we run the function while passing high degrees like 10, 15, 20 then the model tries to </a:t>
            </a:r>
            <a:r>
              <a:rPr lang="en-US" sz="2800" dirty="0" err="1"/>
              <a:t>overfit</a:t>
            </a:r>
            <a:r>
              <a:rPr lang="en-US" sz="2800" dirty="0"/>
              <a:t> the data means slowly the prediction line will leave its original essence and try to rely on training data points and as there is some change in the training path the line tries to catch the point.</a:t>
            </a:r>
          </a:p>
        </p:txBody>
      </p:sp>
      <p:pic>
        <p:nvPicPr>
          <p:cNvPr id="4" name="Picture 3"/>
          <p:cNvPicPr>
            <a:picLocks noChangeAspect="1"/>
          </p:cNvPicPr>
          <p:nvPr/>
        </p:nvPicPr>
        <p:blipFill>
          <a:blip r:embed="rId2"/>
          <a:stretch>
            <a:fillRect/>
          </a:stretch>
        </p:blipFill>
        <p:spPr>
          <a:xfrm>
            <a:off x="3492708" y="3772988"/>
            <a:ext cx="8802778" cy="4021008"/>
          </a:xfrm>
          <a:prstGeom prst="rect">
            <a:avLst/>
          </a:prstGeom>
        </p:spPr>
      </p:pic>
    </p:spTree>
    <p:extLst>
      <p:ext uri="{BB962C8B-B14F-4D97-AF65-F5344CB8AC3E}">
        <p14:creationId xmlns:p14="http://schemas.microsoft.com/office/powerpoint/2010/main" val="39487890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Polynomial Regression with Multiple columns</a:t>
            </a:r>
            <a:br>
              <a:rPr lang="en-US" dirty="0"/>
            </a:br>
            <a:endParaRPr lang="en-US" dirty="0"/>
          </a:p>
        </p:txBody>
      </p:sp>
      <p:sp>
        <p:nvSpPr>
          <p:cNvPr id="3" name="Content Placeholder 2"/>
          <p:cNvSpPr>
            <a:spLocks noGrp="1"/>
          </p:cNvSpPr>
          <p:nvPr>
            <p:ph idx="1"/>
          </p:nvPr>
        </p:nvSpPr>
        <p:spPr/>
        <p:txBody>
          <a:bodyPr/>
          <a:lstStyle/>
          <a:p>
            <a:r>
              <a:rPr lang="en-US" dirty="0"/>
              <a:t>most of the time there will be many columns in input data so how to apply polynomial regression and visualize the result in 3-dimensional space.</a:t>
            </a:r>
          </a:p>
        </p:txBody>
      </p:sp>
      <p:pic>
        <p:nvPicPr>
          <p:cNvPr id="4" name="Picture 3"/>
          <p:cNvPicPr>
            <a:picLocks noChangeAspect="1"/>
          </p:cNvPicPr>
          <p:nvPr/>
        </p:nvPicPr>
        <p:blipFill>
          <a:blip r:embed="rId2"/>
          <a:stretch>
            <a:fillRect/>
          </a:stretch>
        </p:blipFill>
        <p:spPr>
          <a:xfrm>
            <a:off x="2821949" y="3211499"/>
            <a:ext cx="8315743" cy="39528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510869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Strengths and Limitations of Polynomial Regression</a:t>
            </a:r>
            <a:br>
              <a:rPr lang="en-US" b="1" dirty="0"/>
            </a:br>
            <a:endParaRPr lang="en-US" dirty="0"/>
          </a:p>
        </p:txBody>
      </p:sp>
      <p:sp>
        <p:nvSpPr>
          <p:cNvPr id="3" name="Content Placeholder 2"/>
          <p:cNvSpPr>
            <a:spLocks noGrp="1"/>
          </p:cNvSpPr>
          <p:nvPr>
            <p:ph idx="1"/>
          </p:nvPr>
        </p:nvSpPr>
        <p:spPr>
          <a:xfrm>
            <a:off x="1166810" y="2244429"/>
            <a:ext cx="11215065" cy="5070771"/>
          </a:xfrm>
        </p:spPr>
        <p:txBody>
          <a:bodyPr>
            <a:normAutofit/>
          </a:bodyPr>
          <a:lstStyle/>
          <a:p>
            <a:r>
              <a:rPr lang="en-US" dirty="0"/>
              <a:t>While polynomial regression is useful, it should be used with caution. it’s possible to add lots of polynomial components to a model to improve its fit, this increases the risk of </a:t>
            </a:r>
            <a:r>
              <a:rPr lang="en-US" dirty="0" err="1"/>
              <a:t>overfitting</a:t>
            </a:r>
            <a:r>
              <a:rPr lang="en-US" dirty="0"/>
              <a:t>. </a:t>
            </a:r>
            <a:r>
              <a:rPr lang="en-US" dirty="0" smtClean="0"/>
              <a:t>To </a:t>
            </a:r>
            <a:r>
              <a:rPr lang="en-US" dirty="0"/>
              <a:t>avoid </a:t>
            </a:r>
            <a:r>
              <a:rPr lang="en-US" dirty="0" err="1"/>
              <a:t>overfitting</a:t>
            </a:r>
            <a:r>
              <a:rPr lang="en-US" dirty="0" smtClean="0"/>
              <a:t>,</a:t>
            </a:r>
          </a:p>
          <a:p>
            <a:r>
              <a:rPr lang="en-US" dirty="0" smtClean="0"/>
              <a:t> </a:t>
            </a:r>
            <a:r>
              <a:rPr lang="en-US" dirty="0"/>
              <a:t>it’s important to test that each polynomial component in a regression model makes a meaningful difference to the model fit. By doing this, your model will include only the essential components needed to predict the outcome of </a:t>
            </a:r>
            <a:r>
              <a:rPr lang="en-US" dirty="0" smtClean="0"/>
              <a:t>interest.</a:t>
            </a:r>
          </a:p>
          <a:p>
            <a:r>
              <a:rPr lang="en-US" dirty="0"/>
              <a:t>polynomial regression is a useful method for modelling non-linear relationships between predictor and outcome variables. As demonstrated, polynomial regression models give more accurate predictions about test data than linear regression in these cases. When used carefully, it is a powerful and versatile tool that belongs in any data scientist’s skill set.</a:t>
            </a:r>
          </a:p>
        </p:txBody>
      </p:sp>
    </p:spTree>
    <p:extLst>
      <p:ext uri="{BB962C8B-B14F-4D97-AF65-F5344CB8AC3E}">
        <p14:creationId xmlns:p14="http://schemas.microsoft.com/office/powerpoint/2010/main" val="10989303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find the right degree of the equation?</a:t>
            </a:r>
            <a:br>
              <a:rPr lang="en-US" b="1" dirty="0"/>
            </a:br>
            <a:endParaRPr lang="en-US" dirty="0"/>
          </a:p>
        </p:txBody>
      </p:sp>
      <p:sp>
        <p:nvSpPr>
          <p:cNvPr id="3" name="Content Placeholder 2"/>
          <p:cNvSpPr>
            <a:spLocks noGrp="1"/>
          </p:cNvSpPr>
          <p:nvPr>
            <p:ph idx="1"/>
          </p:nvPr>
        </p:nvSpPr>
        <p:spPr/>
        <p:txBody>
          <a:bodyPr/>
          <a:lstStyle/>
          <a:p>
            <a:r>
              <a:rPr lang="en-US" dirty="0" smtClean="0"/>
              <a:t>In </a:t>
            </a:r>
            <a:r>
              <a:rPr lang="en-US" dirty="0"/>
              <a:t>order to find the right degree for the model to prevent o</a:t>
            </a:r>
            <a:r>
              <a:rPr lang="en-US" dirty="0">
                <a:hlinkClick r:id="rId2"/>
              </a:rPr>
              <a:t>ver-fitting or under-fitting</a:t>
            </a:r>
            <a:r>
              <a:rPr lang="en-US" dirty="0"/>
              <a:t>, we can use:</a:t>
            </a:r>
          </a:p>
          <a:p>
            <a:r>
              <a:rPr lang="en-US" b="1" dirty="0"/>
              <a:t>Forward Selection:</a:t>
            </a:r>
            <a:br>
              <a:rPr lang="en-US" b="1" dirty="0"/>
            </a:br>
            <a:r>
              <a:rPr lang="en-US" dirty="0"/>
              <a:t>This method increases the degree until it is significant enough to define the best possible model.</a:t>
            </a:r>
          </a:p>
          <a:p>
            <a:r>
              <a:rPr lang="en-US" b="1" dirty="0"/>
              <a:t>Backward Selection:</a:t>
            </a:r>
            <a:br>
              <a:rPr lang="en-US" b="1" dirty="0"/>
            </a:br>
            <a:r>
              <a:rPr lang="en-US" dirty="0"/>
              <a:t>This method decreases the degree until it is significant enough to define the best possible model.</a:t>
            </a:r>
          </a:p>
          <a:p>
            <a:endParaRPr lang="en-US" dirty="0"/>
          </a:p>
        </p:txBody>
      </p:sp>
    </p:spTree>
    <p:extLst>
      <p:ext uri="{BB962C8B-B14F-4D97-AF65-F5344CB8AC3E}">
        <p14:creationId xmlns:p14="http://schemas.microsoft.com/office/powerpoint/2010/main" val="26660080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a:t>One possible approach is to successively fit the models in increasing order and test the significance </a:t>
            </a:r>
            <a:r>
              <a:rPr lang="en-US" dirty="0" smtClean="0"/>
              <a:t>of regression </a:t>
            </a:r>
            <a:r>
              <a:rPr lang="en-US" dirty="0"/>
              <a:t>coefficients at each step of model fitting. Keep the order increasing until t -test for the </a:t>
            </a:r>
            <a:r>
              <a:rPr lang="en-US" dirty="0" smtClean="0"/>
              <a:t>highest order </a:t>
            </a:r>
            <a:r>
              <a:rPr lang="en-US" dirty="0"/>
              <a:t>term is </a:t>
            </a:r>
            <a:r>
              <a:rPr lang="en-US" dirty="0" err="1"/>
              <a:t>nonsignificant</a:t>
            </a:r>
            <a:r>
              <a:rPr lang="en-US" dirty="0"/>
              <a:t>. This is called a forward selection procedure.</a:t>
            </a:r>
          </a:p>
          <a:p>
            <a:r>
              <a:rPr lang="en-US" dirty="0"/>
              <a:t>Another approach is to fit the appropriate highest order model and then delete terms one at a time </a:t>
            </a:r>
            <a:r>
              <a:rPr lang="en-US" dirty="0" smtClean="0"/>
              <a:t>starting with </a:t>
            </a:r>
            <a:r>
              <a:rPr lang="en-US" dirty="0"/>
              <a:t>the highest order. This is continued until the highest order remaining term has a significant t -</a:t>
            </a:r>
          </a:p>
          <a:p>
            <a:r>
              <a:rPr lang="en-US" dirty="0" smtClean="0"/>
              <a:t>statistic</a:t>
            </a:r>
            <a:r>
              <a:rPr lang="en-US" dirty="0"/>
              <a:t>. This is called a backward elimination procedure.</a:t>
            </a:r>
          </a:p>
        </p:txBody>
      </p:sp>
    </p:spTree>
    <p:extLst>
      <p:ext uri="{BB962C8B-B14F-4D97-AF65-F5344CB8AC3E}">
        <p14:creationId xmlns:p14="http://schemas.microsoft.com/office/powerpoint/2010/main" val="20206423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 Function of Polynomial Regression</a:t>
            </a:r>
            <a:br>
              <a:rPr lang="en-US" b="1" dirty="0"/>
            </a:br>
            <a:endParaRPr lang="en-US" dirty="0"/>
          </a:p>
        </p:txBody>
      </p:sp>
      <p:sp>
        <p:nvSpPr>
          <p:cNvPr id="3" name="Content Placeholder 2"/>
          <p:cNvSpPr>
            <a:spLocks noGrp="1"/>
          </p:cNvSpPr>
          <p:nvPr>
            <p:ph idx="1"/>
          </p:nvPr>
        </p:nvSpPr>
        <p:spPr/>
        <p:txBody>
          <a:bodyPr/>
          <a:lstStyle/>
          <a:p>
            <a:r>
              <a:rPr lang="en-US" b="1" dirty="0"/>
              <a:t>Cost Function</a:t>
            </a:r>
            <a:r>
              <a:rPr lang="en-US" dirty="0"/>
              <a:t> is a function that </a:t>
            </a:r>
            <a:r>
              <a:rPr lang="en-US" b="1" dirty="0"/>
              <a:t>measures the performance of a Machine Learning model</a:t>
            </a:r>
            <a:r>
              <a:rPr lang="en-US" dirty="0"/>
              <a:t> for given data.</a:t>
            </a:r>
            <a:br>
              <a:rPr lang="en-US" dirty="0"/>
            </a:br>
            <a:r>
              <a:rPr lang="en-US" dirty="0"/>
              <a:t>Cost Function is basically the calculation of the error between predicted values and expected values and </a:t>
            </a:r>
            <a:r>
              <a:rPr lang="en-US" b="1" dirty="0"/>
              <a:t>presents it in the form of a single real number</a:t>
            </a:r>
            <a:r>
              <a:rPr lang="en-US" dirty="0"/>
              <a:t>.</a:t>
            </a:r>
          </a:p>
        </p:txBody>
      </p:sp>
    </p:spTree>
    <p:extLst>
      <p:ext uri="{BB962C8B-B14F-4D97-AF65-F5344CB8AC3E}">
        <p14:creationId xmlns:p14="http://schemas.microsoft.com/office/powerpoint/2010/main" val="15183990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1311</TotalTime>
  <Words>778</Words>
  <Application>Microsoft Office PowerPoint</Application>
  <PresentationFormat>Custom</PresentationFormat>
  <Paragraphs>52</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Ion</vt:lpstr>
      <vt:lpstr>Polynomial Regression</vt:lpstr>
      <vt:lpstr>Why Polynomial Regression? </vt:lpstr>
      <vt:lpstr>PowerPoint Presentation</vt:lpstr>
      <vt:lpstr>How Polynomial Regression Overcomes the problem of Non-Linear data? </vt:lpstr>
      <vt:lpstr>example</vt:lpstr>
      <vt:lpstr>comparison diagram of the linear dataset and non-linear</vt:lpstr>
      <vt:lpstr>Why Polynomial Regression is called Polynomial Linear Regression? </vt:lpstr>
      <vt:lpstr>Equation of the Polynomial Regression Model: </vt:lpstr>
      <vt:lpstr>Steps for Polynomial Regression: </vt:lpstr>
      <vt:lpstr>problem with a High degree of polynomial</vt:lpstr>
      <vt:lpstr>Polynomial Regression with Multiple columns </vt:lpstr>
      <vt:lpstr>Strengths and Limitations of Polynomial Regression </vt:lpstr>
      <vt:lpstr>How to find the right degree of the equation? </vt:lpstr>
      <vt:lpstr>Cont..</vt:lpstr>
      <vt:lpstr>Cost Function of Polynomial Regression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Polynomial Regression</dc:title>
  <dc:creator>Windows User</dc:creator>
  <cp:lastModifiedBy>Windows User</cp:lastModifiedBy>
  <cp:revision>18</cp:revision>
  <dcterms:created xsi:type="dcterms:W3CDTF">2022-07-19T17:26:47Z</dcterms:created>
  <dcterms:modified xsi:type="dcterms:W3CDTF">2026-03-02T06:43:10Z</dcterms:modified>
</cp:coreProperties>
</file>