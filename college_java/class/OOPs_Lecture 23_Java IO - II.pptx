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328" r:id="rId4"/>
    <p:sldId id="329" r:id="rId5"/>
    <p:sldId id="330" r:id="rId6"/>
    <p:sldId id="331" r:id="rId7"/>
    <p:sldId id="261" r:id="rId8"/>
    <p:sldId id="323" r:id="rId9"/>
    <p:sldId id="324" r:id="rId10"/>
    <p:sldId id="325" r:id="rId11"/>
    <p:sldId id="326" r:id="rId12"/>
    <p:sldId id="327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F18CF-6D15-4658-B5EE-609636CADDBE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EE0C4-F4AF-4DB3-B48D-529E62E22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9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11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62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4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7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5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14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72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85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37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9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B5921-5760-4FFC-A19A-9CEBC1C648F5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A30FA-91AA-4061-9CB1-F554923A6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57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 I/O - 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US" dirty="0" smtClean="0"/>
              <a:t>Lecture </a:t>
            </a:r>
            <a:r>
              <a:rPr lang="en-US" dirty="0" smtClean="0"/>
              <a:t>23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920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After the completion of today’s session you will be able to:</a:t>
            </a:r>
          </a:p>
          <a:p>
            <a:r>
              <a:rPr lang="en-US" dirty="0" smtClean="0"/>
              <a:t>Create files using file class in java.</a:t>
            </a:r>
          </a:p>
          <a:p>
            <a:r>
              <a:rPr lang="en-US" dirty="0" smtClean="0"/>
              <a:t>Demonstrate the use of various stream based and character based file handling mechanism in java.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2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File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File class is an abstract representation of file and directory pathname.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pathname can be either absolute or relative.</a:t>
            </a:r>
          </a:p>
          <a:p>
            <a:pPr algn="just"/>
            <a:r>
              <a:rPr lang="en-US" dirty="0"/>
              <a:t>The File class have several methods for working with directories and files such as creating new directories or files, deleting and renaming directories or files, listing the contents of a directory etc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08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File Class Constructor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02" y="2047873"/>
            <a:ext cx="11561813" cy="3624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2913" y="5915025"/>
            <a:ext cx="11187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</a:t>
            </a:r>
            <a:r>
              <a:rPr lang="en-US" i="1" dirty="0" smtClean="0">
                <a:solidFill>
                  <a:srgbClr val="FF0000"/>
                </a:solidFill>
              </a:rPr>
              <a:t>An abstract pathname is a </a:t>
            </a:r>
            <a:r>
              <a:rPr lang="en-US" i="1" dirty="0" err="1" smtClean="0">
                <a:solidFill>
                  <a:srgbClr val="FF0000"/>
                </a:solidFill>
              </a:rPr>
              <a:t>java.io.File</a:t>
            </a:r>
            <a:r>
              <a:rPr lang="en-US" i="1" dirty="0" smtClean="0">
                <a:solidFill>
                  <a:srgbClr val="FF0000"/>
                </a:solidFill>
              </a:rPr>
              <a:t> object and a pathname string is a </a:t>
            </a:r>
            <a:r>
              <a:rPr lang="en-US" i="1" dirty="0" err="1" smtClean="0">
                <a:solidFill>
                  <a:srgbClr val="FF0000"/>
                </a:solidFill>
              </a:rPr>
              <a:t>java.lang.string</a:t>
            </a:r>
            <a:r>
              <a:rPr lang="en-US" i="1" dirty="0" smtClean="0">
                <a:solidFill>
                  <a:srgbClr val="FF0000"/>
                </a:solidFill>
              </a:rPr>
              <a:t> object, Both refers to same file on disk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5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28663"/>
          </a:xfrm>
        </p:spPr>
        <p:txBody>
          <a:bodyPr/>
          <a:lstStyle/>
          <a:p>
            <a:r>
              <a:rPr lang="en-US" dirty="0" smtClean="0"/>
              <a:t>Java File Class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850"/>
            <a:ext cx="12149179" cy="628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33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28663"/>
          </a:xfrm>
        </p:spPr>
        <p:txBody>
          <a:bodyPr/>
          <a:lstStyle/>
          <a:p>
            <a:r>
              <a:rPr lang="en-US" dirty="0" smtClean="0"/>
              <a:t>Java </a:t>
            </a:r>
            <a:r>
              <a:rPr lang="en-US" smtClean="0"/>
              <a:t>File Class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19124"/>
            <a:ext cx="11815763" cy="621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4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Java FileInputStream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8386"/>
            <a:ext cx="10963275" cy="520382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Java FileInputStream class obtains input bytes from a file.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used for reading byte-oriented data (streams of raw bytes) such as image data, audio, video etc. </a:t>
            </a:r>
            <a:endParaRPr lang="en-US" dirty="0" smtClean="0"/>
          </a:p>
          <a:p>
            <a:pPr algn="just"/>
            <a:r>
              <a:rPr lang="en-US" dirty="0" smtClean="0"/>
              <a:t>You </a:t>
            </a:r>
            <a:r>
              <a:rPr lang="en-US" dirty="0"/>
              <a:t>can also read character-stream data. </a:t>
            </a:r>
            <a:endParaRPr lang="en-US" dirty="0" smtClean="0"/>
          </a:p>
          <a:p>
            <a:pPr algn="just"/>
            <a:r>
              <a:rPr lang="en-US" dirty="0" smtClean="0"/>
              <a:t>But</a:t>
            </a:r>
            <a:r>
              <a:rPr lang="en-US" dirty="0"/>
              <a:t>, for reading streams of characters, it is recommended to use FileReader class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 err="1"/>
              <a:t>java.io.InputStream.read</a:t>
            </a:r>
            <a:r>
              <a:rPr lang="en-US" dirty="0"/>
              <a:t>() method reads the next byte of the data from </a:t>
            </a:r>
            <a:r>
              <a:rPr lang="en-US" dirty="0" smtClean="0"/>
              <a:t>the </a:t>
            </a:r>
            <a:r>
              <a:rPr lang="en-US" dirty="0"/>
              <a:t>input stream and returns </a:t>
            </a:r>
            <a:r>
              <a:rPr lang="en-US" dirty="0" err="1"/>
              <a:t>int</a:t>
            </a:r>
            <a:r>
              <a:rPr lang="en-US" dirty="0"/>
              <a:t> in the range of 0 to 255. </a:t>
            </a:r>
          </a:p>
          <a:p>
            <a:pPr algn="just"/>
            <a:r>
              <a:rPr lang="en-US" dirty="0"/>
              <a:t>If no byte is available because the end of the stream has been reached, the returned value is -1.</a:t>
            </a:r>
          </a:p>
          <a:p>
            <a:pPr algn="just"/>
            <a:r>
              <a:rPr lang="en-US" dirty="0">
                <a:solidFill>
                  <a:srgbClr val="FFC000"/>
                </a:solidFill>
              </a:rPr>
              <a:t>First create a </a:t>
            </a:r>
            <a:r>
              <a:rPr lang="en-US" dirty="0" smtClean="0">
                <a:solidFill>
                  <a:srgbClr val="FFC000"/>
                </a:solidFill>
              </a:rPr>
              <a:t>file </a:t>
            </a:r>
            <a:r>
              <a:rPr lang="en-US" dirty="0">
                <a:solidFill>
                  <a:srgbClr val="FFC000"/>
                </a:solidFill>
              </a:rPr>
              <a:t>and then read </a:t>
            </a:r>
            <a:r>
              <a:rPr lang="en-US" dirty="0" smtClean="0">
                <a:solidFill>
                  <a:srgbClr val="FFC000"/>
                </a:solidFill>
              </a:rPr>
              <a:t>it.</a:t>
            </a:r>
            <a:endParaRPr lang="en-US" dirty="0">
              <a:solidFill>
                <a:srgbClr val="FFC000"/>
              </a:solidFill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54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Java </a:t>
            </a:r>
            <a:r>
              <a:rPr lang="en-US" dirty="0" err="1" smtClean="0"/>
              <a:t>FileOutputStream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2687"/>
            <a:ext cx="10515600" cy="536098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Java </a:t>
            </a:r>
            <a:r>
              <a:rPr lang="en-US" dirty="0" err="1"/>
              <a:t>FileOutputStream</a:t>
            </a:r>
            <a:r>
              <a:rPr lang="en-US" dirty="0"/>
              <a:t> is an output stream used for writing data to a file.</a:t>
            </a:r>
          </a:p>
          <a:p>
            <a:pPr algn="just"/>
            <a:r>
              <a:rPr lang="en-US" dirty="0"/>
              <a:t>If you have to write primitive values into a file, use </a:t>
            </a:r>
            <a:r>
              <a:rPr lang="en-US" dirty="0" err="1"/>
              <a:t>FileOutputStream</a:t>
            </a:r>
            <a:r>
              <a:rPr lang="en-US" dirty="0"/>
              <a:t> class. </a:t>
            </a:r>
            <a:endParaRPr lang="en-US" dirty="0" smtClean="0"/>
          </a:p>
          <a:p>
            <a:pPr algn="just"/>
            <a:r>
              <a:rPr lang="en-US" dirty="0" smtClean="0"/>
              <a:t>You </a:t>
            </a:r>
            <a:r>
              <a:rPr lang="en-US" dirty="0"/>
              <a:t>can write byte-oriented as well as character-oriented data through </a:t>
            </a:r>
            <a:r>
              <a:rPr lang="en-US" dirty="0" err="1"/>
              <a:t>FileOutputStream</a:t>
            </a:r>
            <a:r>
              <a:rPr lang="en-US" dirty="0"/>
              <a:t> class. </a:t>
            </a:r>
            <a:endParaRPr lang="en-US" dirty="0" smtClean="0"/>
          </a:p>
          <a:p>
            <a:pPr algn="just"/>
            <a:r>
              <a:rPr lang="en-US" dirty="0" smtClean="0"/>
              <a:t>But</a:t>
            </a:r>
            <a:r>
              <a:rPr lang="en-US" dirty="0"/>
              <a:t>, for character-oriented data, it is preferred to use FileWriter than </a:t>
            </a:r>
            <a:r>
              <a:rPr lang="en-US" dirty="0" err="1"/>
              <a:t>FileOutputStream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 err="1"/>
              <a:t>java.io.OutputStream.write</a:t>
            </a:r>
            <a:r>
              <a:rPr lang="en-US" dirty="0"/>
              <a:t>(byte[] b) method writes </a:t>
            </a:r>
            <a:r>
              <a:rPr lang="en-US" dirty="0" err="1"/>
              <a:t>b.length</a:t>
            </a:r>
            <a:r>
              <a:rPr lang="en-US" dirty="0"/>
              <a:t> bytes </a:t>
            </a:r>
            <a:r>
              <a:rPr lang="en-US" dirty="0" smtClean="0"/>
              <a:t>from </a:t>
            </a:r>
            <a:r>
              <a:rPr lang="en-US" dirty="0"/>
              <a:t>the specified byte array to this output stream. </a:t>
            </a:r>
            <a:endParaRPr lang="en-US" dirty="0" smtClean="0"/>
          </a:p>
          <a:p>
            <a:pPr algn="just"/>
            <a:r>
              <a:rPr lang="en-US" dirty="0">
                <a:solidFill>
                  <a:srgbClr val="FFC000"/>
                </a:solidFill>
              </a:rPr>
              <a:t>File will be automatically created.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6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Java </a:t>
            </a:r>
            <a:r>
              <a:rPr lang="en-US" dirty="0" err="1" smtClean="0"/>
              <a:t>FileReader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2687"/>
            <a:ext cx="10515600" cy="5360988"/>
          </a:xfrm>
        </p:spPr>
        <p:txBody>
          <a:bodyPr>
            <a:normAutofit/>
          </a:bodyPr>
          <a:lstStyle/>
          <a:p>
            <a:r>
              <a:rPr lang="en-US" dirty="0"/>
              <a:t>Java </a:t>
            </a:r>
            <a:r>
              <a:rPr lang="en-US" dirty="0" err="1"/>
              <a:t>FileReader</a:t>
            </a:r>
            <a:r>
              <a:rPr lang="en-US" dirty="0"/>
              <a:t> class is used to read data from the file.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returns data in byte format like FileInputStream class.</a:t>
            </a:r>
          </a:p>
          <a:p>
            <a:r>
              <a:rPr lang="en-US" dirty="0"/>
              <a:t>It is character-oriented class which is used for file handling in java.</a:t>
            </a:r>
          </a:p>
          <a:p>
            <a:pPr algn="just"/>
            <a:r>
              <a:rPr lang="en-US" dirty="0">
                <a:solidFill>
                  <a:srgbClr val="FFC000"/>
                </a:solidFill>
              </a:rPr>
              <a:t>First create a file and then read it.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6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Java FileWriter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2687"/>
            <a:ext cx="10515600" cy="5360988"/>
          </a:xfrm>
        </p:spPr>
        <p:txBody>
          <a:bodyPr>
            <a:normAutofit/>
          </a:bodyPr>
          <a:lstStyle/>
          <a:p>
            <a:r>
              <a:rPr lang="en-US" dirty="0"/>
              <a:t>Java FileWriter class is used to write character-oriented data to a file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is character-oriented class which is used for file handling in java.</a:t>
            </a:r>
          </a:p>
          <a:p>
            <a:r>
              <a:rPr lang="en-US" dirty="0"/>
              <a:t>Unlike </a:t>
            </a:r>
            <a:r>
              <a:rPr lang="en-US" dirty="0" err="1"/>
              <a:t>FileOutputStream</a:t>
            </a:r>
            <a:r>
              <a:rPr lang="en-US" dirty="0"/>
              <a:t> class, you don't need to convert string into byte array because it provides method to write string directly.</a:t>
            </a:r>
          </a:p>
          <a:p>
            <a:pPr algn="just"/>
            <a:r>
              <a:rPr lang="en-US" dirty="0">
                <a:solidFill>
                  <a:srgbClr val="FFC000"/>
                </a:solidFill>
              </a:rPr>
              <a:t>File will be automatically created.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01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Java </a:t>
            </a:r>
            <a:r>
              <a:rPr lang="en-US" dirty="0" err="1" smtClean="0"/>
              <a:t>BufferedReader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2687"/>
            <a:ext cx="10515600" cy="5360988"/>
          </a:xfrm>
        </p:spPr>
        <p:txBody>
          <a:bodyPr>
            <a:normAutofit/>
          </a:bodyPr>
          <a:lstStyle/>
          <a:p>
            <a:r>
              <a:rPr lang="en-US" dirty="0"/>
              <a:t>Java </a:t>
            </a:r>
            <a:r>
              <a:rPr lang="en-US" dirty="0" err="1"/>
              <a:t>BufferedReader</a:t>
            </a:r>
            <a:r>
              <a:rPr lang="en-US" dirty="0"/>
              <a:t> class is used to read the text from a character-based input stream.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can be used to read data line by line by </a:t>
            </a:r>
            <a:r>
              <a:rPr lang="en-US" dirty="0" err="1"/>
              <a:t>readLine</a:t>
            </a:r>
            <a:r>
              <a:rPr lang="en-US" dirty="0"/>
              <a:t>() method.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makes the performance fast.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inherits Reader class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C000"/>
                </a:solidFill>
              </a:rPr>
              <a:t>First </a:t>
            </a:r>
            <a:r>
              <a:rPr lang="en-US" dirty="0">
                <a:solidFill>
                  <a:srgbClr val="FFC000"/>
                </a:solidFill>
              </a:rPr>
              <a:t>create a file and then read </a:t>
            </a:r>
            <a:r>
              <a:rPr lang="en-US" dirty="0" smtClean="0">
                <a:solidFill>
                  <a:srgbClr val="FFC000"/>
                </a:solidFill>
              </a:rPr>
              <a:t>it if reading from a file.</a:t>
            </a:r>
            <a:endParaRPr lang="en-US" dirty="0">
              <a:solidFill>
                <a:srgbClr val="FFC000"/>
              </a:solidFill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88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Java </a:t>
            </a:r>
            <a:r>
              <a:rPr lang="en-US" dirty="0" err="1" smtClean="0"/>
              <a:t>BufferedWriter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2687"/>
            <a:ext cx="10515600" cy="5360988"/>
          </a:xfrm>
        </p:spPr>
        <p:txBody>
          <a:bodyPr>
            <a:normAutofit/>
          </a:bodyPr>
          <a:lstStyle/>
          <a:p>
            <a:r>
              <a:rPr lang="en-US" dirty="0"/>
              <a:t>Java </a:t>
            </a:r>
            <a:r>
              <a:rPr lang="en-US" dirty="0" err="1"/>
              <a:t>BufferedWriter</a:t>
            </a:r>
            <a:r>
              <a:rPr lang="en-US" dirty="0"/>
              <a:t> class is used to provide buffering for Writer instances.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makes the performance fast.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inherits Writer class.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buffering characters are used for providing the efficient writing of single arrays, characters, and strings</a:t>
            </a:r>
            <a:r>
              <a:rPr lang="en-US" dirty="0" smtClean="0"/>
              <a:t>.</a:t>
            </a:r>
          </a:p>
          <a:p>
            <a:pPr algn="just"/>
            <a:r>
              <a:rPr lang="en-US" dirty="0">
                <a:solidFill>
                  <a:srgbClr val="FFC000"/>
                </a:solidFill>
              </a:rPr>
              <a:t>File will be automatically created.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1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4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453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Java I/O - II</vt:lpstr>
      <vt:lpstr>Learning objectives:</vt:lpstr>
      <vt:lpstr>Java File Class</vt:lpstr>
      <vt:lpstr>Java File Class Constructor</vt:lpstr>
      <vt:lpstr>Java File Class Methods</vt:lpstr>
      <vt:lpstr>Java File Class Methods</vt:lpstr>
      <vt:lpstr>Java FileInputStream class</vt:lpstr>
      <vt:lpstr>Java FileOutputStream class</vt:lpstr>
      <vt:lpstr>Java FileReader class</vt:lpstr>
      <vt:lpstr>Java FileWriter class</vt:lpstr>
      <vt:lpstr>Java BufferedReader class</vt:lpstr>
      <vt:lpstr>Java BufferedWriter class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 - III</dc:title>
  <dc:creator>kumarpc</dc:creator>
  <cp:lastModifiedBy>Windows User</cp:lastModifiedBy>
  <cp:revision>46</cp:revision>
  <dcterms:created xsi:type="dcterms:W3CDTF">2016-09-26T04:08:28Z</dcterms:created>
  <dcterms:modified xsi:type="dcterms:W3CDTF">2023-06-15T15:51:41Z</dcterms:modified>
</cp:coreProperties>
</file>