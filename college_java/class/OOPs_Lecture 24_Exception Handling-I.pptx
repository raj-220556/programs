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84" r:id="rId6"/>
    <p:sldId id="259" r:id="rId7"/>
    <p:sldId id="260" r:id="rId8"/>
    <p:sldId id="262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7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5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0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1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1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2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0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0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9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9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61D5D-E623-4C8F-BAE6-9E6C10B09CAC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E4C67-8B87-44FF-B7D1-21FA5627F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6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09192"/>
            <a:ext cx="9144000" cy="1655762"/>
          </a:xfrm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24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74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</a:t>
            </a:r>
          </a:p>
          <a:p>
            <a:r>
              <a:rPr lang="en-US" dirty="0" smtClean="0"/>
              <a:t>Define exception handling.</a:t>
            </a:r>
          </a:p>
          <a:p>
            <a:r>
              <a:rPr lang="en-US" dirty="0" smtClean="0"/>
              <a:t>Analyze the types of exception handling.</a:t>
            </a:r>
          </a:p>
          <a:p>
            <a:r>
              <a:rPr lang="en-US" dirty="0" smtClean="0"/>
              <a:t>Identify the common keywords used to handle exception in java</a:t>
            </a:r>
          </a:p>
          <a:p>
            <a:r>
              <a:rPr lang="en-US" dirty="0" smtClean="0"/>
              <a:t>Interpret the general form of exception handling block</a:t>
            </a:r>
          </a:p>
          <a:p>
            <a:r>
              <a:rPr lang="en-US" dirty="0" smtClean="0"/>
              <a:t>Illustrate the use of try and catch.</a:t>
            </a:r>
          </a:p>
          <a:p>
            <a:r>
              <a:rPr lang="en-US" dirty="0"/>
              <a:t>Learn the concept of multiple catch </a:t>
            </a:r>
            <a:r>
              <a:rPr lang="en-US" dirty="0" smtClean="0"/>
              <a:t>clauses and </a:t>
            </a:r>
            <a:r>
              <a:rPr lang="en-US" dirty="0"/>
              <a:t>usage of nested try blocks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3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 </a:t>
            </a:r>
            <a:r>
              <a:rPr lang="en-US" i="1" dirty="0"/>
              <a:t>exception </a:t>
            </a:r>
            <a:r>
              <a:rPr lang="en-US" dirty="0"/>
              <a:t>is an </a:t>
            </a:r>
            <a:r>
              <a:rPr lang="en-US" dirty="0" smtClean="0"/>
              <a:t>abnormal condition </a:t>
            </a:r>
            <a:r>
              <a:rPr lang="en-US" dirty="0"/>
              <a:t>that arises in a code sequence at run time.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other words, an exception is a </a:t>
            </a:r>
            <a:r>
              <a:rPr lang="en-US" dirty="0" smtClean="0"/>
              <a:t>runtime error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computer languages that do not support exception handling, errors must </a:t>
            </a:r>
            <a:r>
              <a:rPr lang="en-US" dirty="0" smtClean="0"/>
              <a:t>be checked </a:t>
            </a:r>
            <a:r>
              <a:rPr lang="en-US" dirty="0"/>
              <a:t>and handled manually—typically through the use of error codes, and so on. </a:t>
            </a:r>
            <a:endParaRPr lang="en-US" dirty="0" smtClean="0"/>
          </a:p>
          <a:p>
            <a:pPr algn="just"/>
            <a:r>
              <a:rPr lang="en-US" dirty="0" smtClean="0"/>
              <a:t>This approach </a:t>
            </a:r>
            <a:r>
              <a:rPr lang="en-US" dirty="0"/>
              <a:t>is as cumbersome as it is troublesome. </a:t>
            </a:r>
            <a:endParaRPr lang="en-US" dirty="0" smtClean="0"/>
          </a:p>
          <a:p>
            <a:pPr algn="just"/>
            <a:r>
              <a:rPr lang="en-US" dirty="0" smtClean="0"/>
              <a:t>Java’s </a:t>
            </a:r>
            <a:r>
              <a:rPr lang="en-US" dirty="0"/>
              <a:t>exception handling avoids </a:t>
            </a:r>
            <a:r>
              <a:rPr lang="en-US" dirty="0" smtClean="0"/>
              <a:t>these problems </a:t>
            </a:r>
            <a:r>
              <a:rPr lang="en-US" dirty="0"/>
              <a:t>and, in the process, brings run-time error management into the </a:t>
            </a:r>
            <a:r>
              <a:rPr lang="en-US" dirty="0" smtClean="0"/>
              <a:t>object-oriented world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000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665" y="1"/>
            <a:ext cx="10515600" cy="5732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Exception hierarchy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85" y="887103"/>
            <a:ext cx="11655850" cy="573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2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Checked </a:t>
            </a:r>
            <a:r>
              <a:rPr lang="en-US" dirty="0" err="1" smtClean="0"/>
              <a:t>vs</a:t>
            </a:r>
            <a:r>
              <a:rPr lang="en-US" dirty="0" smtClean="0"/>
              <a:t> Unchecked Exception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Checked Exception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classes that extend </a:t>
            </a:r>
            <a:r>
              <a:rPr lang="en-US" dirty="0" err="1"/>
              <a:t>Throwable</a:t>
            </a:r>
            <a:r>
              <a:rPr lang="en-US" dirty="0"/>
              <a:t> class except </a:t>
            </a:r>
            <a:r>
              <a:rPr lang="en-US" dirty="0" err="1"/>
              <a:t>RuntimeException</a:t>
            </a:r>
            <a:r>
              <a:rPr lang="en-US" dirty="0"/>
              <a:t> and Error are known as checked exceptions </a:t>
            </a:r>
            <a:r>
              <a:rPr lang="en-US" dirty="0" err="1"/>
              <a:t>e.g.IOException</a:t>
            </a:r>
            <a:r>
              <a:rPr lang="en-US" dirty="0"/>
              <a:t>, </a:t>
            </a:r>
            <a:r>
              <a:rPr lang="en-US" dirty="0" err="1"/>
              <a:t>SQLException</a:t>
            </a:r>
            <a:r>
              <a:rPr lang="en-US" dirty="0"/>
              <a:t> etc. </a:t>
            </a:r>
            <a:endParaRPr lang="en-US" dirty="0" smtClean="0"/>
          </a:p>
          <a:p>
            <a:pPr algn="just"/>
            <a:r>
              <a:rPr lang="en-US" dirty="0" smtClean="0"/>
              <a:t>Checked </a:t>
            </a:r>
            <a:r>
              <a:rPr lang="en-US" dirty="0"/>
              <a:t>exceptions are checked at compile-time.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Unchecked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Exception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classes that extend </a:t>
            </a:r>
            <a:r>
              <a:rPr lang="en-US" dirty="0" err="1"/>
              <a:t>RuntimeException</a:t>
            </a:r>
            <a:r>
              <a:rPr lang="en-US" dirty="0"/>
              <a:t> are known as unchecked exceptions e.g. </a:t>
            </a:r>
            <a:r>
              <a:rPr lang="en-US" dirty="0" err="1"/>
              <a:t>ArithmeticException</a:t>
            </a:r>
            <a:r>
              <a:rPr lang="en-US" dirty="0"/>
              <a:t>, </a:t>
            </a:r>
            <a:r>
              <a:rPr lang="en-US" dirty="0" err="1"/>
              <a:t>NullPointerException</a:t>
            </a:r>
            <a:r>
              <a:rPr lang="en-US" dirty="0"/>
              <a:t>, </a:t>
            </a:r>
            <a:r>
              <a:rPr lang="en-US" dirty="0" err="1"/>
              <a:t>ArrayIndexOutOfBoundsException</a:t>
            </a:r>
            <a:r>
              <a:rPr lang="en-US" dirty="0"/>
              <a:t> etc. </a:t>
            </a:r>
            <a:endParaRPr lang="en-US" dirty="0" smtClean="0"/>
          </a:p>
          <a:p>
            <a:pPr algn="just"/>
            <a:r>
              <a:rPr lang="en-US" dirty="0" smtClean="0"/>
              <a:t>Unchecked </a:t>
            </a:r>
            <a:r>
              <a:rPr lang="en-US" dirty="0"/>
              <a:t>exceptions are not checked at compile-time rather they are checked at runtime.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09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 for exception handling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</a:t>
            </a:r>
            <a:r>
              <a:rPr lang="en-US" b="1" dirty="0" smtClean="0"/>
              <a:t>ry</a:t>
            </a:r>
            <a:endParaRPr lang="en-US" dirty="0"/>
          </a:p>
          <a:p>
            <a:r>
              <a:rPr lang="en-US" b="1" dirty="0" smtClean="0"/>
              <a:t>catch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throw</a:t>
            </a:r>
            <a:endParaRPr lang="en-US" dirty="0"/>
          </a:p>
          <a:p>
            <a:r>
              <a:rPr lang="en-US" b="1" dirty="0" smtClean="0"/>
              <a:t>throws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b="1" dirty="0"/>
              <a:t>finally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37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form of exception handling block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088" y="1363749"/>
            <a:ext cx="6996010" cy="522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9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62" y="0"/>
            <a:ext cx="10515600" cy="6414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Try and Catch usage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401" y="641445"/>
            <a:ext cx="7205976" cy="621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7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catch Clauses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some cases, more than one exception could be raised by a single piece of code. </a:t>
            </a:r>
            <a:endParaRPr lang="en-US" dirty="0" smtClean="0"/>
          </a:p>
          <a:p>
            <a:pPr algn="just"/>
            <a:r>
              <a:rPr lang="en-US" dirty="0" smtClean="0"/>
              <a:t>To handle </a:t>
            </a:r>
            <a:r>
              <a:rPr lang="en-US" dirty="0"/>
              <a:t>this type of situation, you can specify two or more </a:t>
            </a:r>
            <a:r>
              <a:rPr lang="en-US" b="1" dirty="0"/>
              <a:t>catch </a:t>
            </a:r>
            <a:r>
              <a:rPr lang="en-US" dirty="0"/>
              <a:t>clauses, each catching </a:t>
            </a:r>
            <a:r>
              <a:rPr lang="en-US" dirty="0" smtClean="0"/>
              <a:t>a different </a:t>
            </a:r>
            <a:r>
              <a:rPr lang="en-US" dirty="0"/>
              <a:t>type of exception.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an exception is thrown, each </a:t>
            </a:r>
            <a:r>
              <a:rPr lang="en-US" b="1" dirty="0"/>
              <a:t>catch </a:t>
            </a:r>
            <a:r>
              <a:rPr lang="en-US" dirty="0"/>
              <a:t>statement is </a:t>
            </a:r>
            <a:r>
              <a:rPr lang="en-US" dirty="0" smtClean="0"/>
              <a:t>inspected in </a:t>
            </a:r>
            <a:r>
              <a:rPr lang="en-US" dirty="0"/>
              <a:t>order, and the first one whose type matches that of the exception is executed. </a:t>
            </a:r>
            <a:endParaRPr lang="en-US" dirty="0" smtClean="0"/>
          </a:p>
          <a:p>
            <a:pPr algn="just"/>
            <a:r>
              <a:rPr lang="en-US" dirty="0" smtClean="0"/>
              <a:t>After one </a:t>
            </a:r>
            <a:r>
              <a:rPr lang="en-US" b="1" dirty="0" smtClean="0"/>
              <a:t>catch </a:t>
            </a:r>
            <a:r>
              <a:rPr lang="en-US" dirty="0"/>
              <a:t>statement executes, the others are bypassed, and execution continues after the </a:t>
            </a:r>
            <a:r>
              <a:rPr lang="en-US" b="1" dirty="0"/>
              <a:t>try </a:t>
            </a:r>
            <a:r>
              <a:rPr lang="en-US" b="1" dirty="0" smtClean="0"/>
              <a:t>/ catch </a:t>
            </a:r>
            <a:r>
              <a:rPr lang="en-US" dirty="0"/>
              <a:t>block. </a:t>
            </a:r>
          </a:p>
        </p:txBody>
      </p:sp>
    </p:spTree>
    <p:extLst>
      <p:ext uri="{BB962C8B-B14F-4D97-AF65-F5344CB8AC3E}">
        <p14:creationId xmlns:p14="http://schemas.microsoft.com/office/powerpoint/2010/main" val="398195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Multiple catch </a:t>
            </a:r>
            <a:r>
              <a:rPr lang="en-US" b="1" dirty="0" smtClean="0"/>
              <a:t>Clauses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535" y="1037230"/>
            <a:ext cx="8494828" cy="56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6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catch Clauses </a:t>
            </a:r>
            <a:r>
              <a:rPr lang="en-US" b="1" dirty="0" smtClean="0"/>
              <a:t>output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308" y="2019869"/>
            <a:ext cx="8833224" cy="268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1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1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350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Exception handling</vt:lpstr>
      <vt:lpstr>Learning Objectives</vt:lpstr>
      <vt:lpstr>Introduction</vt:lpstr>
      <vt:lpstr>Exception hierarchy</vt:lpstr>
      <vt:lpstr>Checked vs Unchecked Exception</vt:lpstr>
      <vt:lpstr>Keywords for exception handling in java</vt:lpstr>
      <vt:lpstr>General form of exception handling block</vt:lpstr>
      <vt:lpstr>Try and Catch usage</vt:lpstr>
      <vt:lpstr>Multiple catch Clauses</vt:lpstr>
      <vt:lpstr>Multiple catch Clauses example</vt:lpstr>
      <vt:lpstr>Multiple catch Clauses output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kumarpc</dc:creator>
  <cp:lastModifiedBy>Windows User</cp:lastModifiedBy>
  <cp:revision>17</cp:revision>
  <dcterms:created xsi:type="dcterms:W3CDTF">2016-09-20T03:52:18Z</dcterms:created>
  <dcterms:modified xsi:type="dcterms:W3CDTF">2023-06-15T15:52:12Z</dcterms:modified>
</cp:coreProperties>
</file>