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7" r:id="rId4"/>
    <p:sldId id="288" r:id="rId5"/>
    <p:sldId id="289" r:id="rId6"/>
    <p:sldId id="279" r:id="rId7"/>
    <p:sldId id="290" r:id="rId8"/>
    <p:sldId id="299" r:id="rId9"/>
    <p:sldId id="301" r:id="rId10"/>
    <p:sldId id="298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8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9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6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8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4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2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7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9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A45BF-2118-4053-9FC2-070932A5B30D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7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LinkedList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50135"/>
            <a:ext cx="9144000" cy="1655762"/>
          </a:xfrm>
        </p:spPr>
        <p:txBody>
          <a:bodyPr/>
          <a:lstStyle/>
          <a:p>
            <a:r>
              <a:rPr lang="en-US" dirty="0" smtClean="0"/>
              <a:t>Lecture 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Define </a:t>
            </a:r>
            <a:r>
              <a:rPr lang="en-US" dirty="0" err="1" smtClean="0"/>
              <a:t>LinkedList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Illustrate the example of using </a:t>
            </a:r>
            <a:r>
              <a:rPr lang="en-US" smtClean="0"/>
              <a:t>LinkedList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47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542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Linked List are linear data structures where the elements are not stored in contiguous locations and every element is a separate object with a data part and address part.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elements are linked using pointers and addresses. Each element is known as a node. </a:t>
            </a:r>
            <a:endParaRPr lang="en-US" dirty="0" smtClean="0"/>
          </a:p>
          <a:p>
            <a:pPr algn="just"/>
            <a:r>
              <a:rPr lang="en-US" dirty="0" smtClean="0"/>
              <a:t>Due </a:t>
            </a:r>
            <a:r>
              <a:rPr lang="en-US" dirty="0"/>
              <a:t>to the dynamicity and ease of insertions and deletions, they are preferred over the arrays.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also has few disadvantages like the nodes cannot be accessed directly instead we need to start from the head and follow through the link to reach to a node we wish to access.</a:t>
            </a:r>
          </a:p>
        </p:txBody>
      </p:sp>
    </p:spTree>
    <p:extLst>
      <p:ext uri="{BB962C8B-B14F-4D97-AF65-F5344CB8AC3E}">
        <p14:creationId xmlns:p14="http://schemas.microsoft.com/office/powerpoint/2010/main" val="243372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LinkedList</a:t>
            </a:r>
            <a:r>
              <a:rPr lang="en-US" dirty="0"/>
              <a:t> class can contain duplicate elements.</a:t>
            </a:r>
          </a:p>
          <a:p>
            <a:r>
              <a:rPr lang="en-US" dirty="0"/>
              <a:t>Java </a:t>
            </a:r>
            <a:r>
              <a:rPr lang="en-US" dirty="0" err="1"/>
              <a:t>LinkedList</a:t>
            </a:r>
            <a:r>
              <a:rPr lang="en-US" dirty="0"/>
              <a:t> class maintains insertion order.</a:t>
            </a:r>
          </a:p>
          <a:p>
            <a:r>
              <a:rPr lang="en-US" dirty="0"/>
              <a:t>Java </a:t>
            </a:r>
            <a:r>
              <a:rPr lang="en-US" dirty="0" err="1"/>
              <a:t>LinkedList</a:t>
            </a:r>
            <a:r>
              <a:rPr lang="en-US" dirty="0"/>
              <a:t> class is non synchronized.</a:t>
            </a:r>
          </a:p>
          <a:p>
            <a:r>
              <a:rPr lang="en-US" dirty="0"/>
              <a:t>In Java </a:t>
            </a:r>
            <a:r>
              <a:rPr lang="en-US" dirty="0" err="1"/>
              <a:t>LinkedList</a:t>
            </a:r>
            <a:r>
              <a:rPr lang="en-US" dirty="0"/>
              <a:t> class, manipulation is fast because no shifting needs to be occurred.</a:t>
            </a:r>
          </a:p>
          <a:p>
            <a:r>
              <a:rPr lang="en-US" dirty="0"/>
              <a:t>Java </a:t>
            </a:r>
            <a:r>
              <a:rPr lang="en-US" dirty="0" err="1"/>
              <a:t>LinkedList</a:t>
            </a:r>
            <a:r>
              <a:rPr lang="en-US" dirty="0"/>
              <a:t> class can be used as list, stack or queue.</a:t>
            </a:r>
          </a:p>
        </p:txBody>
      </p:sp>
    </p:spTree>
    <p:extLst>
      <p:ext uri="{BB962C8B-B14F-4D97-AF65-F5344CB8AC3E}">
        <p14:creationId xmlns:p14="http://schemas.microsoft.com/office/powerpoint/2010/main" val="88701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3600"/>
          </a:xfrm>
        </p:spPr>
        <p:txBody>
          <a:bodyPr/>
          <a:lstStyle/>
          <a:p>
            <a:r>
              <a:rPr lang="en-US" dirty="0" smtClean="0"/>
              <a:t>Hierarchy of </a:t>
            </a:r>
            <a:r>
              <a:rPr lang="en-US" dirty="0" err="1" smtClean="0"/>
              <a:t>LinkedList</a:t>
            </a:r>
            <a:r>
              <a:rPr lang="en-US" dirty="0" smtClean="0"/>
              <a:t> class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6150" y="739304"/>
            <a:ext cx="4548187" cy="598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7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 of </a:t>
            </a:r>
            <a:r>
              <a:rPr lang="en-US" dirty="0" err="1" smtClean="0"/>
              <a:t>LinkedList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LinkedList</a:t>
            </a:r>
            <a:r>
              <a:rPr lang="en-US" dirty="0"/>
              <a:t>(): Used to create an empty linked list.</a:t>
            </a:r>
          </a:p>
          <a:p>
            <a:pPr algn="just"/>
            <a:r>
              <a:rPr lang="en-US" dirty="0" err="1"/>
              <a:t>LinkedList</a:t>
            </a:r>
            <a:r>
              <a:rPr lang="en-US" dirty="0"/>
              <a:t>(Collection C): Used to create a ordered list which contains all the elements of a specified collection, as returned by the collection’s iterator.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82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14375"/>
          </a:xfrm>
        </p:spPr>
        <p:txBody>
          <a:bodyPr/>
          <a:lstStyle/>
          <a:p>
            <a:r>
              <a:rPr lang="en-US" dirty="0" smtClean="0"/>
              <a:t>Methods in </a:t>
            </a:r>
            <a:r>
              <a:rPr lang="en-US" dirty="0" err="1" smtClean="0"/>
              <a:t>LinkedList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740431"/>
            <a:ext cx="11196066" cy="598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5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14375"/>
          </a:xfrm>
        </p:spPr>
        <p:txBody>
          <a:bodyPr/>
          <a:lstStyle/>
          <a:p>
            <a:r>
              <a:rPr lang="en-US" dirty="0" smtClean="0"/>
              <a:t>Methods in </a:t>
            </a:r>
            <a:r>
              <a:rPr lang="en-US" dirty="0" err="1" smtClean="0"/>
              <a:t>LinkedList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4375"/>
            <a:ext cx="10275497" cy="475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85813"/>
          </a:xfrm>
        </p:spPr>
        <p:txBody>
          <a:bodyPr/>
          <a:lstStyle/>
          <a:p>
            <a:r>
              <a:rPr lang="en-US" dirty="0" smtClean="0"/>
              <a:t>Example 1: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662782"/>
            <a:ext cx="6115049" cy="4980781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26" y="785813"/>
            <a:ext cx="6515100" cy="42126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575" y="5403549"/>
            <a:ext cx="3681413" cy="1263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72425" y="4998419"/>
            <a:ext cx="155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Output: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23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10515600" cy="2714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2: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182860" y="2996446"/>
            <a:ext cx="1357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FF0000"/>
                </a:solidFill>
              </a:rPr>
              <a:t>Output:</a:t>
            </a: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83032"/>
            <a:ext cx="8686800" cy="25134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96446"/>
            <a:ext cx="9529683" cy="38615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654" y="3467100"/>
            <a:ext cx="2733403" cy="60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7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84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241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LinkedList</vt:lpstr>
      <vt:lpstr>Learning objectives</vt:lpstr>
      <vt:lpstr>Introduction</vt:lpstr>
      <vt:lpstr>Important points</vt:lpstr>
      <vt:lpstr>Hierarchy of LinkedList class</vt:lpstr>
      <vt:lpstr>Constructors of LinkedList</vt:lpstr>
      <vt:lpstr>Methods in LinkedList</vt:lpstr>
      <vt:lpstr>Methods in LinkedList</vt:lpstr>
      <vt:lpstr>Example 1:</vt:lpstr>
      <vt:lpstr>Example 2: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</dc:title>
  <dc:creator>kumarpc</dc:creator>
  <cp:lastModifiedBy>Windows User</cp:lastModifiedBy>
  <cp:revision>28</cp:revision>
  <dcterms:created xsi:type="dcterms:W3CDTF">2016-09-14T14:18:40Z</dcterms:created>
  <dcterms:modified xsi:type="dcterms:W3CDTF">2023-04-20T15:44:03Z</dcterms:modified>
</cp:coreProperties>
</file>